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423" r:id="rId2"/>
    <p:sldId id="381" r:id="rId3"/>
    <p:sldId id="412" r:id="rId4"/>
    <p:sldId id="414" r:id="rId5"/>
    <p:sldId id="415" r:id="rId6"/>
    <p:sldId id="413" r:id="rId7"/>
    <p:sldId id="418" r:id="rId8"/>
    <p:sldId id="370" r:id="rId9"/>
    <p:sldId id="373" r:id="rId10"/>
    <p:sldId id="372" r:id="rId11"/>
    <p:sldId id="424" r:id="rId12"/>
    <p:sldId id="325" r:id="rId13"/>
    <p:sldId id="364" r:id="rId14"/>
    <p:sldId id="347" r:id="rId15"/>
    <p:sldId id="421" r:id="rId16"/>
    <p:sldId id="352" r:id="rId17"/>
    <p:sldId id="353" r:id="rId18"/>
    <p:sldId id="258" r:id="rId19"/>
    <p:sldId id="356" r:id="rId20"/>
    <p:sldId id="374" r:id="rId21"/>
    <p:sldId id="375" r:id="rId22"/>
    <p:sldId id="317" r:id="rId23"/>
    <p:sldId id="330" r:id="rId24"/>
    <p:sldId id="399" r:id="rId25"/>
    <p:sldId id="350" r:id="rId26"/>
    <p:sldId id="308" r:id="rId27"/>
    <p:sldId id="377" r:id="rId28"/>
    <p:sldId id="394" r:id="rId29"/>
    <p:sldId id="426" r:id="rId30"/>
    <p:sldId id="336" r:id="rId31"/>
    <p:sldId id="396" r:id="rId32"/>
    <p:sldId id="408" r:id="rId33"/>
    <p:sldId id="397" r:id="rId34"/>
    <p:sldId id="390" r:id="rId35"/>
    <p:sldId id="419" r:id="rId36"/>
    <p:sldId id="407" r:id="rId37"/>
    <p:sldId id="385" r:id="rId38"/>
    <p:sldId id="393" r:id="rId39"/>
    <p:sldId id="398" r:id="rId40"/>
    <p:sldId id="404" r:id="rId41"/>
    <p:sldId id="400" r:id="rId42"/>
    <p:sldId id="427" r:id="rId43"/>
    <p:sldId id="420" r:id="rId44"/>
    <p:sldId id="425" r:id="rId45"/>
    <p:sldId id="416" r:id="rId46"/>
    <p:sldId id="382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CC"/>
    <a:srgbClr val="E46C0A"/>
    <a:srgbClr val="FF00FF"/>
    <a:srgbClr val="FF0000"/>
    <a:srgbClr val="FF00C0"/>
    <a:srgbClr val="FF9900"/>
    <a:srgbClr val="00FF00"/>
    <a:srgbClr val="00FFFF"/>
    <a:srgbClr val="0033CC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737" autoAdjust="0"/>
  </p:normalViewPr>
  <p:slideViewPr>
    <p:cSldViewPr showGuides="1">
      <p:cViewPr varScale="1">
        <p:scale>
          <a:sx n="78" d="100"/>
          <a:sy n="78" d="100"/>
        </p:scale>
        <p:origin x="112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38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E7110-8193-4725-92C4-2CE3B0575B0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1B04B-E390-4DAE-BDA2-07E7D11C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469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40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BA3D4-5314-C271-4550-85E437F1A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2FA24-4C6F-ABFA-64CA-C1E7B3768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DAF7A1-4078-C176-FDE0-FC3F6DB2E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AE84-8E23-CBFD-BA7F-58BF8E0801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22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07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1930’s, they had established a family: Sister Bunny (left), sister Rose (right), brother Dave (not shown), and the newest addition, Estelle, even then attentive to the camera.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90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closest sib and frequent traveling companion was sister Bunny.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48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Coney Island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49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 later told her children about the joy of fire hydrants in the summer.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57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…and Steeplechase.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65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…the glowing reports of brother Dave and later sister Rose induced Bunny and Estelle to hop on their horse and go west...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304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…to sunny Los Angeles…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140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…but instead, that path was put on hold by Sam, whom she met briefly in the Catskills when she was 14 years old.</a:t>
            </a:r>
          </a:p>
          <a:p>
            <a:pPr>
              <a:spcAft>
                <a:spcPts val="600"/>
              </a:spcAft>
            </a:pPr>
            <a:r>
              <a:rPr lang="en-US" dirty="0"/>
              <a:t>They carried on a torrid correspondence during the war.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2525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 came to LA just 15 years old, so there was still high school.</a:t>
            </a:r>
          </a:p>
          <a:p>
            <a:r>
              <a:rPr lang="en-US" dirty="0"/>
              <a:t>She graduated from Fairfax High in 1944.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95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One of her odd jobs was something like a gofer at a movie studio. She had aspirations herself and took the initial steps of getting into the business.</a:t>
            </a:r>
          </a:p>
          <a:p>
            <a:pPr>
              <a:spcAft>
                <a:spcPts val="600"/>
              </a:spcAft>
            </a:pPr>
            <a:r>
              <a:rPr lang="en-US" dirty="0"/>
              <a:t>Lore has it that she tried out for the lead in a movie, Junior Miss,  a role that was in the end taken by Esther Williams.</a:t>
            </a:r>
          </a:p>
          <a:p>
            <a:r>
              <a:rPr lang="en-US" dirty="0"/>
              <a:t>Our lives would have been different (or, more likely, not at all), if she pursued this path, but…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29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 arranged to get discharged in Los Angeles </a:t>
            </a:r>
            <a:br>
              <a:rPr lang="en-US" dirty="0"/>
            </a:br>
            <a:r>
              <a:rPr lang="en-US" dirty="0"/>
              <a:t>late 1945, and they were married January 13,1946.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957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You’d think that this photo came later during the following summer, but this is sunny California. Who knows?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7072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7072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Lamaze childbirth from the mid 1960’s to 2009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057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7072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when all the children had flown, Samantha and Cleo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706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Somewhere nice (1986)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334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successful Shaklee business built with Sam starting in 1970, enabling travel to yearly conventions (with children often in tow)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05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 and Sam brought the family together each year, first at their house…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897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 to movies… various Sun City extravaganzas, including a yearly Academy Awards show, with the help of friend Miriam.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839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243EA-E8A6-745A-B519-03EBBF610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F5CC3-522F-7FB0-2D9B-CC8666AA5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B054C-67B8-A10A-8B0D-724748523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E226E-BE03-2485-BD40-A7C545009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1B04B-E390-4DAE-BDA2-07E7D11C57A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919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9D2B0-E5F0-46ED-9933-4B217157B06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0FF04-8C18-4724-9902-BB715DCFA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4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9D2B0-E5F0-46ED-9933-4B217157B06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0FF04-8C18-4724-9902-BB715DCFA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6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9D2B0-E5F0-46ED-9933-4B217157B06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0FF04-8C18-4724-9902-BB715DCFA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58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9D2B0-E5F0-46ED-9933-4B217157B06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0FF04-8C18-4724-9902-BB715DCFA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22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9D2B0-E5F0-46ED-9933-4B217157B06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0FF04-8C18-4724-9902-BB715DCFA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53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9D2B0-E5F0-46ED-9933-4B217157B06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0FF04-8C18-4724-9902-BB715DCFA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225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9D2B0-E5F0-46ED-9933-4B217157B06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0FF04-8C18-4724-9902-BB715DCFA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05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9D2B0-E5F0-46ED-9933-4B217157B06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0FF04-8C18-4724-9902-BB715DCFA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7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9D2B0-E5F0-46ED-9933-4B217157B06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0FF04-8C18-4724-9902-BB715DCFA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09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9D2B0-E5F0-46ED-9933-4B217157B06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0FF04-8C18-4724-9902-BB715DCFA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9D2B0-E5F0-46ED-9933-4B217157B06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0FF04-8C18-4724-9902-BB715DCFA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29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9D2B0-E5F0-46ED-9933-4B217157B06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0FF04-8C18-4724-9902-BB715DCFA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480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1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7" Type="http://schemas.openxmlformats.org/officeDocument/2006/relationships/image" Target="../media/image48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jpg"/><Relationship Id="rId5" Type="http://schemas.openxmlformats.org/officeDocument/2006/relationships/image" Target="../media/image46.jpeg"/><Relationship Id="rId4" Type="http://schemas.openxmlformats.org/officeDocument/2006/relationships/image" Target="../media/image45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0.png"/><Relationship Id="rId7" Type="http://schemas.openxmlformats.org/officeDocument/2006/relationships/image" Target="../media/image4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907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48" y="0"/>
            <a:ext cx="9144000" cy="55621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4896" y="5638800"/>
            <a:ext cx="647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Family reunion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B9C4B-C153-FB49-BC65-36132FFAE7DB}"/>
              </a:ext>
            </a:extLst>
          </p:cNvPr>
          <p:cNvSpPr/>
          <p:nvPr/>
        </p:nvSpPr>
        <p:spPr>
          <a:xfrm>
            <a:off x="3160414" y="990600"/>
            <a:ext cx="3621386" cy="403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14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D2AAA3-ABAD-5883-A607-01DB1D799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760" y="627972"/>
            <a:ext cx="4334480" cy="4858428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C28303-8975-A8FF-33EC-C28C62C18294}"/>
              </a:ext>
            </a:extLst>
          </p:cNvPr>
          <p:cNvSpPr txBox="1"/>
          <p:nvPr/>
        </p:nvSpPr>
        <p:spPr>
          <a:xfrm>
            <a:off x="4082902" y="140523"/>
            <a:ext cx="2394098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FFFF"/>
                </a:solidFill>
              </a:rPr>
              <a:t>Mama  </a:t>
            </a:r>
            <a:r>
              <a:rPr lang="en-US" sz="2400" dirty="0"/>
              <a:t>  </a:t>
            </a:r>
            <a:r>
              <a:rPr lang="en-US" sz="2400" dirty="0">
                <a:solidFill>
                  <a:srgbClr val="00FF00"/>
                </a:solidFill>
              </a:rPr>
              <a:t>Papa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311C8-E8C7-97EE-4688-9C5402FEBCCD}"/>
              </a:ext>
            </a:extLst>
          </p:cNvPr>
          <p:cNvSpPr txBox="1"/>
          <p:nvPr/>
        </p:nvSpPr>
        <p:spPr>
          <a:xfrm>
            <a:off x="1066800" y="1942071"/>
            <a:ext cx="111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Bubby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A382A29-06CE-8ABF-39B4-78618E317337}"/>
              </a:ext>
            </a:extLst>
          </p:cNvPr>
          <p:cNvSpPr/>
          <p:nvPr/>
        </p:nvSpPr>
        <p:spPr>
          <a:xfrm>
            <a:off x="2057400" y="2057400"/>
            <a:ext cx="1143000" cy="304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FF00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C8296-36EF-B4C5-6866-F0EB2CC67C0C}"/>
              </a:ext>
            </a:extLst>
          </p:cNvPr>
          <p:cNvSpPr txBox="1"/>
          <p:nvPr/>
        </p:nvSpPr>
        <p:spPr>
          <a:xfrm>
            <a:off x="7376464" y="1447800"/>
            <a:ext cx="13514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Where is </a:t>
            </a:r>
            <a:r>
              <a:rPr lang="en-US" sz="3200" dirty="0">
                <a:solidFill>
                  <a:srgbClr val="FFFF00"/>
                </a:solidFill>
              </a:rPr>
              <a:t>Surya?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1C7233-0143-6EF7-E127-E34BC10E526E}"/>
              </a:ext>
            </a:extLst>
          </p:cNvPr>
          <p:cNvSpPr/>
          <p:nvPr/>
        </p:nvSpPr>
        <p:spPr>
          <a:xfrm>
            <a:off x="8440299" y="4063314"/>
            <a:ext cx="170301" cy="30479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57C1F3-4556-ACD7-3137-DF4EA948F098}"/>
              </a:ext>
            </a:extLst>
          </p:cNvPr>
          <p:cNvSpPr/>
          <p:nvPr/>
        </p:nvSpPr>
        <p:spPr>
          <a:xfrm>
            <a:off x="7239000" y="3733800"/>
            <a:ext cx="1260271" cy="3047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05B1C0-CFF5-8105-87AA-72382EE44292}"/>
              </a:ext>
            </a:extLst>
          </p:cNvPr>
          <p:cNvCxnSpPr/>
          <p:nvPr/>
        </p:nvCxnSpPr>
        <p:spPr>
          <a:xfrm>
            <a:off x="7010400" y="4038600"/>
            <a:ext cx="1905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271473-F509-745B-824A-93FA2C9206A9}"/>
              </a:ext>
            </a:extLst>
          </p:cNvPr>
          <p:cNvCxnSpPr/>
          <p:nvPr/>
        </p:nvCxnSpPr>
        <p:spPr>
          <a:xfrm>
            <a:off x="7251357" y="3675888"/>
            <a:ext cx="0" cy="365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DE102D-6B30-05C4-664E-C301D32CA3C5}"/>
              </a:ext>
            </a:extLst>
          </p:cNvPr>
          <p:cNvCxnSpPr/>
          <p:nvPr/>
        </p:nvCxnSpPr>
        <p:spPr>
          <a:xfrm>
            <a:off x="7543800" y="3675888"/>
            <a:ext cx="0" cy="365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0140EB-6943-2B7D-2F58-A9EA0145E720}"/>
              </a:ext>
            </a:extLst>
          </p:cNvPr>
          <p:cNvCxnSpPr/>
          <p:nvPr/>
        </p:nvCxnSpPr>
        <p:spPr>
          <a:xfrm>
            <a:off x="7836243" y="3675888"/>
            <a:ext cx="0" cy="365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F8C11F0-B055-07B6-5194-A630CF5A0CCC}"/>
              </a:ext>
            </a:extLst>
          </p:cNvPr>
          <p:cNvCxnSpPr/>
          <p:nvPr/>
        </p:nvCxnSpPr>
        <p:spPr>
          <a:xfrm>
            <a:off x="8128686" y="3675888"/>
            <a:ext cx="0" cy="365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E2CB69D-9786-38D6-A1F9-4F913062BF70}"/>
              </a:ext>
            </a:extLst>
          </p:cNvPr>
          <p:cNvCxnSpPr/>
          <p:nvPr/>
        </p:nvCxnSpPr>
        <p:spPr>
          <a:xfrm>
            <a:off x="8421129" y="3675888"/>
            <a:ext cx="0" cy="365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84032AD-98EC-D07D-FD41-E61D30F98ECA}"/>
              </a:ext>
            </a:extLst>
          </p:cNvPr>
          <p:cNvSpPr txBox="1"/>
          <p:nvPr/>
        </p:nvSpPr>
        <p:spPr>
          <a:xfrm>
            <a:off x="7376464" y="3251886"/>
            <a:ext cx="319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CD405E-9822-0B33-43C8-A22398F9CA76}"/>
              </a:ext>
            </a:extLst>
          </p:cNvPr>
          <p:cNvSpPr txBox="1"/>
          <p:nvPr/>
        </p:nvSpPr>
        <p:spPr>
          <a:xfrm>
            <a:off x="7644200" y="3255264"/>
            <a:ext cx="319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FEA1BB-6CB4-6B9F-7F57-6CDDC2006CCA}"/>
              </a:ext>
            </a:extLst>
          </p:cNvPr>
          <p:cNvSpPr txBox="1"/>
          <p:nvPr/>
        </p:nvSpPr>
        <p:spPr>
          <a:xfrm>
            <a:off x="7950035" y="3255264"/>
            <a:ext cx="319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EF7840-E33B-9A4A-19A0-4B5F67022D15}"/>
              </a:ext>
            </a:extLst>
          </p:cNvPr>
          <p:cNvSpPr txBox="1"/>
          <p:nvPr/>
        </p:nvSpPr>
        <p:spPr>
          <a:xfrm>
            <a:off x="8241957" y="3255264"/>
            <a:ext cx="319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7AB91B-A517-C910-8809-89E237DE27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7" t="8192" r="9881" b="6391"/>
          <a:stretch>
            <a:fillRect/>
          </a:stretch>
        </p:blipFill>
        <p:spPr>
          <a:xfrm>
            <a:off x="7031095" y="4149743"/>
            <a:ext cx="558674" cy="574657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A4F9359-B6C8-A373-F1F5-26FA090B43A8}"/>
              </a:ext>
            </a:extLst>
          </p:cNvPr>
          <p:cNvSpPr/>
          <p:nvPr/>
        </p:nvSpPr>
        <p:spPr>
          <a:xfrm>
            <a:off x="8355228" y="6406626"/>
            <a:ext cx="274320" cy="1465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87C0867-013F-9B13-7620-666A470A8D18}"/>
              </a:ext>
            </a:extLst>
          </p:cNvPr>
          <p:cNvCxnSpPr/>
          <p:nvPr/>
        </p:nvCxnSpPr>
        <p:spPr>
          <a:xfrm flipH="1">
            <a:off x="8610600" y="5660950"/>
            <a:ext cx="31596" cy="119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0D2E3DA-27C9-3AF8-01EA-25B59E07ED77}"/>
              </a:ext>
            </a:extLst>
          </p:cNvPr>
          <p:cNvSpPr/>
          <p:nvPr/>
        </p:nvSpPr>
        <p:spPr>
          <a:xfrm>
            <a:off x="8631936" y="6559026"/>
            <a:ext cx="54864" cy="146574"/>
          </a:xfrm>
          <a:prstGeom prst="rect">
            <a:avLst/>
          </a:prstGeom>
          <a:solidFill>
            <a:srgbClr val="E46C0A"/>
          </a:solidFill>
          <a:ln>
            <a:solidFill>
              <a:srgbClr val="E46C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EBEB5663-BC32-03D8-5310-E5BA82ECB975}"/>
              </a:ext>
            </a:extLst>
          </p:cNvPr>
          <p:cNvSpPr/>
          <p:nvPr/>
        </p:nvSpPr>
        <p:spPr>
          <a:xfrm rot="3300000">
            <a:off x="7002538" y="5447197"/>
            <a:ext cx="1737360" cy="3048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83703D-FCC7-2920-7F7B-3FA86C684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3099" y="4419600"/>
            <a:ext cx="549453" cy="480770"/>
          </a:xfrm>
          <a:prstGeom prst="rect">
            <a:avLst/>
          </a:prstGeom>
          <a:ln w="57150">
            <a:solidFill>
              <a:srgbClr val="E46C0A"/>
            </a:solidFill>
          </a:ln>
        </p:spPr>
      </p:pic>
    </p:spTree>
    <p:extLst>
      <p:ext uri="{BB962C8B-B14F-4D97-AF65-F5344CB8AC3E}">
        <p14:creationId xmlns:p14="http://schemas.microsoft.com/office/powerpoint/2010/main" val="314314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 animBg="1"/>
      <p:bldP spid="12" grpId="0" animBg="1"/>
      <p:bldP spid="20" grpId="0"/>
      <p:bldP spid="21" grpId="0"/>
      <p:bldP spid="22" grpId="0"/>
      <p:bldP spid="23" grpId="0"/>
      <p:bldP spid="26" grpId="0" animBg="1"/>
      <p:bldP spid="32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E9F95-0526-6584-FE7D-0B9FFF4C9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B0140B8-5C5B-16FD-B7F5-18E2AC584798}"/>
              </a:ext>
            </a:extLst>
          </p:cNvPr>
          <p:cNvCxnSpPr/>
          <p:nvPr/>
        </p:nvCxnSpPr>
        <p:spPr>
          <a:xfrm>
            <a:off x="7649106" y="563372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0BEFC69-FBC0-8DC6-D438-E99F31D09D64}"/>
              </a:ext>
            </a:extLst>
          </p:cNvPr>
          <p:cNvCxnSpPr/>
          <p:nvPr/>
        </p:nvCxnSpPr>
        <p:spPr>
          <a:xfrm>
            <a:off x="7729755" y="563372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4A95342C-C326-7D4F-0754-04ECACE326CA}"/>
              </a:ext>
            </a:extLst>
          </p:cNvPr>
          <p:cNvCxnSpPr/>
          <p:nvPr/>
        </p:nvCxnSpPr>
        <p:spPr>
          <a:xfrm>
            <a:off x="7391400" y="563372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0B495EA1-F897-B744-26F0-AD9FCD4125FF}"/>
              </a:ext>
            </a:extLst>
          </p:cNvPr>
          <p:cNvCxnSpPr/>
          <p:nvPr/>
        </p:nvCxnSpPr>
        <p:spPr>
          <a:xfrm>
            <a:off x="7473696" y="563372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B544449-F3C6-E68A-B87F-3CEE61818FE7}"/>
              </a:ext>
            </a:extLst>
          </p:cNvPr>
          <p:cNvCxnSpPr/>
          <p:nvPr/>
        </p:nvCxnSpPr>
        <p:spPr>
          <a:xfrm>
            <a:off x="7555992" y="563372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37238EE-2835-0BC8-79E6-FBADACCFF9EF}"/>
              </a:ext>
            </a:extLst>
          </p:cNvPr>
          <p:cNvCxnSpPr/>
          <p:nvPr/>
        </p:nvCxnSpPr>
        <p:spPr>
          <a:xfrm>
            <a:off x="1958463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E0AD1AF-0F88-696A-B564-78E98EE31567}"/>
              </a:ext>
            </a:extLst>
          </p:cNvPr>
          <p:cNvCxnSpPr/>
          <p:nvPr/>
        </p:nvCxnSpPr>
        <p:spPr>
          <a:xfrm>
            <a:off x="2039112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7A75A6-C162-B078-8849-DF89852989BB}"/>
              </a:ext>
            </a:extLst>
          </p:cNvPr>
          <p:cNvCxnSpPr/>
          <p:nvPr/>
        </p:nvCxnSpPr>
        <p:spPr>
          <a:xfrm>
            <a:off x="2121408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D8EB0B7-0AD8-173F-4CFD-1746501CD875}"/>
              </a:ext>
            </a:extLst>
          </p:cNvPr>
          <p:cNvCxnSpPr/>
          <p:nvPr/>
        </p:nvCxnSpPr>
        <p:spPr>
          <a:xfrm>
            <a:off x="2203704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BFFD17-6DA5-9D71-EEDD-B987BB28C1E7}"/>
              </a:ext>
            </a:extLst>
          </p:cNvPr>
          <p:cNvCxnSpPr/>
          <p:nvPr/>
        </p:nvCxnSpPr>
        <p:spPr>
          <a:xfrm>
            <a:off x="2286000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FF53F6B-A2BC-6AC3-E363-283EBA3C523B}"/>
              </a:ext>
            </a:extLst>
          </p:cNvPr>
          <p:cNvCxnSpPr/>
          <p:nvPr/>
        </p:nvCxnSpPr>
        <p:spPr>
          <a:xfrm>
            <a:off x="1537812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B62E96D-EE48-62C8-508A-2D9044A8539A}"/>
              </a:ext>
            </a:extLst>
          </p:cNvPr>
          <p:cNvCxnSpPr/>
          <p:nvPr/>
        </p:nvCxnSpPr>
        <p:spPr>
          <a:xfrm>
            <a:off x="1618461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457FEC9-ED27-E8C3-9545-439FA4942AD9}"/>
              </a:ext>
            </a:extLst>
          </p:cNvPr>
          <p:cNvCxnSpPr/>
          <p:nvPr/>
        </p:nvCxnSpPr>
        <p:spPr>
          <a:xfrm>
            <a:off x="1700757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8889238-DF87-FF35-65A1-D446B3DDB91C}"/>
              </a:ext>
            </a:extLst>
          </p:cNvPr>
          <p:cNvCxnSpPr/>
          <p:nvPr/>
        </p:nvCxnSpPr>
        <p:spPr>
          <a:xfrm>
            <a:off x="1783053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70739A0-90C9-784B-1006-2353A63BD5E2}"/>
              </a:ext>
            </a:extLst>
          </p:cNvPr>
          <p:cNvCxnSpPr/>
          <p:nvPr/>
        </p:nvCxnSpPr>
        <p:spPr>
          <a:xfrm>
            <a:off x="1865349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11CAB3F-809D-B459-D166-A89E30FAB01B}"/>
              </a:ext>
            </a:extLst>
          </p:cNvPr>
          <p:cNvCxnSpPr/>
          <p:nvPr/>
        </p:nvCxnSpPr>
        <p:spPr>
          <a:xfrm>
            <a:off x="1117242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2E51313-0F5B-2045-66D3-EFAD336D12E1}"/>
              </a:ext>
            </a:extLst>
          </p:cNvPr>
          <p:cNvCxnSpPr/>
          <p:nvPr/>
        </p:nvCxnSpPr>
        <p:spPr>
          <a:xfrm>
            <a:off x="1197891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8001E5-37F0-7EA2-957E-380555B71BB9}"/>
              </a:ext>
            </a:extLst>
          </p:cNvPr>
          <p:cNvCxnSpPr/>
          <p:nvPr/>
        </p:nvCxnSpPr>
        <p:spPr>
          <a:xfrm>
            <a:off x="1280187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90393AF-A583-F39D-73BB-4FE6537EF95B}"/>
              </a:ext>
            </a:extLst>
          </p:cNvPr>
          <p:cNvCxnSpPr/>
          <p:nvPr/>
        </p:nvCxnSpPr>
        <p:spPr>
          <a:xfrm>
            <a:off x="1362483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E2366F9-6541-01CF-6D51-B202DD386AA1}"/>
              </a:ext>
            </a:extLst>
          </p:cNvPr>
          <p:cNvCxnSpPr/>
          <p:nvPr/>
        </p:nvCxnSpPr>
        <p:spPr>
          <a:xfrm>
            <a:off x="1444779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0E8DC8-39EC-8E2E-53E6-085644DC16D2}"/>
              </a:ext>
            </a:extLst>
          </p:cNvPr>
          <p:cNvCxnSpPr/>
          <p:nvPr/>
        </p:nvCxnSpPr>
        <p:spPr>
          <a:xfrm>
            <a:off x="696591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959CFAE-1F89-832A-EF05-B614D9CC7C58}"/>
              </a:ext>
            </a:extLst>
          </p:cNvPr>
          <p:cNvCxnSpPr/>
          <p:nvPr/>
        </p:nvCxnSpPr>
        <p:spPr>
          <a:xfrm>
            <a:off x="777240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B47A3CC-088E-36EA-5D93-EF01993A9E77}"/>
              </a:ext>
            </a:extLst>
          </p:cNvPr>
          <p:cNvCxnSpPr/>
          <p:nvPr/>
        </p:nvCxnSpPr>
        <p:spPr>
          <a:xfrm>
            <a:off x="859536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F9E9F3B-D7A3-BA6C-F54D-8ABC44D9B0E0}"/>
              </a:ext>
            </a:extLst>
          </p:cNvPr>
          <p:cNvCxnSpPr/>
          <p:nvPr/>
        </p:nvCxnSpPr>
        <p:spPr>
          <a:xfrm>
            <a:off x="941832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271389E-4275-5E08-B7BB-9444A4E0E60C}"/>
              </a:ext>
            </a:extLst>
          </p:cNvPr>
          <p:cNvCxnSpPr/>
          <p:nvPr/>
        </p:nvCxnSpPr>
        <p:spPr>
          <a:xfrm>
            <a:off x="1024128" y="5641848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8892167-AC26-F017-64B7-7D9DAEC8416B}"/>
              </a:ext>
            </a:extLst>
          </p:cNvPr>
          <p:cNvCxnSpPr/>
          <p:nvPr/>
        </p:nvCxnSpPr>
        <p:spPr>
          <a:xfrm>
            <a:off x="3636951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6489235-3078-27C8-80A9-58326A15BB9D}"/>
              </a:ext>
            </a:extLst>
          </p:cNvPr>
          <p:cNvCxnSpPr/>
          <p:nvPr/>
        </p:nvCxnSpPr>
        <p:spPr>
          <a:xfrm>
            <a:off x="3717600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C4EBA2D-936D-5D9B-D582-5CB1AC48380C}"/>
              </a:ext>
            </a:extLst>
          </p:cNvPr>
          <p:cNvCxnSpPr/>
          <p:nvPr/>
        </p:nvCxnSpPr>
        <p:spPr>
          <a:xfrm>
            <a:off x="3799896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1048533-1FEC-7252-C090-18908E7282DD}"/>
              </a:ext>
            </a:extLst>
          </p:cNvPr>
          <p:cNvCxnSpPr/>
          <p:nvPr/>
        </p:nvCxnSpPr>
        <p:spPr>
          <a:xfrm>
            <a:off x="3882192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AEEC259-01BE-D731-A117-32794733EF73}"/>
              </a:ext>
            </a:extLst>
          </p:cNvPr>
          <p:cNvCxnSpPr/>
          <p:nvPr/>
        </p:nvCxnSpPr>
        <p:spPr>
          <a:xfrm>
            <a:off x="3964488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1DEB3AF-D73E-7C57-FE85-75F936E30A4B}"/>
              </a:ext>
            </a:extLst>
          </p:cNvPr>
          <p:cNvCxnSpPr/>
          <p:nvPr/>
        </p:nvCxnSpPr>
        <p:spPr>
          <a:xfrm>
            <a:off x="3216300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BB39F1F-6977-4137-3F52-D44493B49BE9}"/>
              </a:ext>
            </a:extLst>
          </p:cNvPr>
          <p:cNvCxnSpPr/>
          <p:nvPr/>
        </p:nvCxnSpPr>
        <p:spPr>
          <a:xfrm>
            <a:off x="3296949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3D96894-C80D-76DE-FE54-8F564D637485}"/>
              </a:ext>
            </a:extLst>
          </p:cNvPr>
          <p:cNvCxnSpPr/>
          <p:nvPr/>
        </p:nvCxnSpPr>
        <p:spPr>
          <a:xfrm>
            <a:off x="3379245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22AF808-E001-D927-BDA5-4DA65F7E155D}"/>
              </a:ext>
            </a:extLst>
          </p:cNvPr>
          <p:cNvCxnSpPr/>
          <p:nvPr/>
        </p:nvCxnSpPr>
        <p:spPr>
          <a:xfrm>
            <a:off x="3461541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D605D7E-1DBA-6167-09CD-46DD1B92995B}"/>
              </a:ext>
            </a:extLst>
          </p:cNvPr>
          <p:cNvCxnSpPr/>
          <p:nvPr/>
        </p:nvCxnSpPr>
        <p:spPr>
          <a:xfrm>
            <a:off x="3543837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AAF7A53-9881-2999-68B2-F88840E6442D}"/>
              </a:ext>
            </a:extLst>
          </p:cNvPr>
          <p:cNvCxnSpPr/>
          <p:nvPr/>
        </p:nvCxnSpPr>
        <p:spPr>
          <a:xfrm>
            <a:off x="2795730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8C1C282-2A97-4E67-3CA4-D5304745F90D}"/>
              </a:ext>
            </a:extLst>
          </p:cNvPr>
          <p:cNvCxnSpPr/>
          <p:nvPr/>
        </p:nvCxnSpPr>
        <p:spPr>
          <a:xfrm>
            <a:off x="2876379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81F5FEB-CDB3-EB25-1B60-4A6C17387BBD}"/>
              </a:ext>
            </a:extLst>
          </p:cNvPr>
          <p:cNvCxnSpPr/>
          <p:nvPr/>
        </p:nvCxnSpPr>
        <p:spPr>
          <a:xfrm>
            <a:off x="2958675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F87F070-C562-28C8-B289-B34CF1E22EA5}"/>
              </a:ext>
            </a:extLst>
          </p:cNvPr>
          <p:cNvCxnSpPr/>
          <p:nvPr/>
        </p:nvCxnSpPr>
        <p:spPr>
          <a:xfrm>
            <a:off x="3040971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0C19AB1-A4B9-D6A4-9C50-0C2D12FACA59}"/>
              </a:ext>
            </a:extLst>
          </p:cNvPr>
          <p:cNvCxnSpPr/>
          <p:nvPr/>
        </p:nvCxnSpPr>
        <p:spPr>
          <a:xfrm>
            <a:off x="3123267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8DCDDDA-B818-9122-68A1-9C402C8D6C4B}"/>
              </a:ext>
            </a:extLst>
          </p:cNvPr>
          <p:cNvCxnSpPr/>
          <p:nvPr/>
        </p:nvCxnSpPr>
        <p:spPr>
          <a:xfrm>
            <a:off x="2375079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CEA2229-925D-A189-8163-CC2B488B706D}"/>
              </a:ext>
            </a:extLst>
          </p:cNvPr>
          <p:cNvCxnSpPr/>
          <p:nvPr/>
        </p:nvCxnSpPr>
        <p:spPr>
          <a:xfrm>
            <a:off x="2455728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DC48A1E-9FBD-2A23-EB1D-61E63B01DD1B}"/>
              </a:ext>
            </a:extLst>
          </p:cNvPr>
          <p:cNvCxnSpPr/>
          <p:nvPr/>
        </p:nvCxnSpPr>
        <p:spPr>
          <a:xfrm>
            <a:off x="2538024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B44D2C0-0EF7-FCDB-BC96-1B4DCCCE9212}"/>
              </a:ext>
            </a:extLst>
          </p:cNvPr>
          <p:cNvCxnSpPr/>
          <p:nvPr/>
        </p:nvCxnSpPr>
        <p:spPr>
          <a:xfrm>
            <a:off x="2620320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AC21347-CBF9-CF3C-4F2F-8FBFA7D9DC6B}"/>
              </a:ext>
            </a:extLst>
          </p:cNvPr>
          <p:cNvCxnSpPr/>
          <p:nvPr/>
        </p:nvCxnSpPr>
        <p:spPr>
          <a:xfrm>
            <a:off x="2702616" y="56388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DBE4D8C-F5CA-20B7-FD5C-28436C290274}"/>
              </a:ext>
            </a:extLst>
          </p:cNvPr>
          <p:cNvCxnSpPr/>
          <p:nvPr/>
        </p:nvCxnSpPr>
        <p:spPr>
          <a:xfrm>
            <a:off x="5315439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E1EFA6D-508B-EA72-F344-7418541F2142}"/>
              </a:ext>
            </a:extLst>
          </p:cNvPr>
          <p:cNvCxnSpPr/>
          <p:nvPr/>
        </p:nvCxnSpPr>
        <p:spPr>
          <a:xfrm>
            <a:off x="5396088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A9B1B86-CA9C-ABA9-3A54-495E365EEF3F}"/>
              </a:ext>
            </a:extLst>
          </p:cNvPr>
          <p:cNvCxnSpPr/>
          <p:nvPr/>
        </p:nvCxnSpPr>
        <p:spPr>
          <a:xfrm>
            <a:off x="5478384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1686550-F7E4-4C90-C680-8E12EEFA85A9}"/>
              </a:ext>
            </a:extLst>
          </p:cNvPr>
          <p:cNvCxnSpPr/>
          <p:nvPr/>
        </p:nvCxnSpPr>
        <p:spPr>
          <a:xfrm>
            <a:off x="5560680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83B144F-12E3-514D-D6A5-A5BBB8242049}"/>
              </a:ext>
            </a:extLst>
          </p:cNvPr>
          <p:cNvCxnSpPr/>
          <p:nvPr/>
        </p:nvCxnSpPr>
        <p:spPr>
          <a:xfrm>
            <a:off x="5642976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02D7E34-74A8-2187-EE8B-772BD2C7B077}"/>
              </a:ext>
            </a:extLst>
          </p:cNvPr>
          <p:cNvCxnSpPr/>
          <p:nvPr/>
        </p:nvCxnSpPr>
        <p:spPr>
          <a:xfrm>
            <a:off x="4894788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9524A4C-36EE-91DF-5169-D341088E8F5E}"/>
              </a:ext>
            </a:extLst>
          </p:cNvPr>
          <p:cNvCxnSpPr/>
          <p:nvPr/>
        </p:nvCxnSpPr>
        <p:spPr>
          <a:xfrm>
            <a:off x="4975437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0BAF38B-7993-F406-3D38-30632A5B7314}"/>
              </a:ext>
            </a:extLst>
          </p:cNvPr>
          <p:cNvCxnSpPr/>
          <p:nvPr/>
        </p:nvCxnSpPr>
        <p:spPr>
          <a:xfrm>
            <a:off x="5057733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ED39D34-3CAC-2051-2038-094E976E29DA}"/>
              </a:ext>
            </a:extLst>
          </p:cNvPr>
          <p:cNvCxnSpPr/>
          <p:nvPr/>
        </p:nvCxnSpPr>
        <p:spPr>
          <a:xfrm>
            <a:off x="5140029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409F65C-8684-B4AD-CA81-861199678E55}"/>
              </a:ext>
            </a:extLst>
          </p:cNvPr>
          <p:cNvCxnSpPr/>
          <p:nvPr/>
        </p:nvCxnSpPr>
        <p:spPr>
          <a:xfrm>
            <a:off x="5222325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DF044AA-5276-9834-55F2-0814442F8D85}"/>
              </a:ext>
            </a:extLst>
          </p:cNvPr>
          <p:cNvCxnSpPr/>
          <p:nvPr/>
        </p:nvCxnSpPr>
        <p:spPr>
          <a:xfrm>
            <a:off x="4474218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3F2B107-3672-0281-9851-5833A2EFFCB0}"/>
              </a:ext>
            </a:extLst>
          </p:cNvPr>
          <p:cNvCxnSpPr/>
          <p:nvPr/>
        </p:nvCxnSpPr>
        <p:spPr>
          <a:xfrm>
            <a:off x="4554867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ACD7EC9-3781-9FA2-1E21-D090F450F58C}"/>
              </a:ext>
            </a:extLst>
          </p:cNvPr>
          <p:cNvCxnSpPr/>
          <p:nvPr/>
        </p:nvCxnSpPr>
        <p:spPr>
          <a:xfrm>
            <a:off x="4637163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22EB527-BA8E-3169-36A1-72C2EFB4EE59}"/>
              </a:ext>
            </a:extLst>
          </p:cNvPr>
          <p:cNvCxnSpPr/>
          <p:nvPr/>
        </p:nvCxnSpPr>
        <p:spPr>
          <a:xfrm>
            <a:off x="4719459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90AAC7F-AAE4-F447-C7A6-FFDB7A6C91EF}"/>
              </a:ext>
            </a:extLst>
          </p:cNvPr>
          <p:cNvCxnSpPr/>
          <p:nvPr/>
        </p:nvCxnSpPr>
        <p:spPr>
          <a:xfrm>
            <a:off x="4801755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FD75DD0-337F-A49D-9988-BE9CB494C0CE}"/>
              </a:ext>
            </a:extLst>
          </p:cNvPr>
          <p:cNvCxnSpPr/>
          <p:nvPr/>
        </p:nvCxnSpPr>
        <p:spPr>
          <a:xfrm>
            <a:off x="4053567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022D2A9-0284-D4B1-8998-2CDC9EDB151D}"/>
              </a:ext>
            </a:extLst>
          </p:cNvPr>
          <p:cNvCxnSpPr/>
          <p:nvPr/>
        </p:nvCxnSpPr>
        <p:spPr>
          <a:xfrm>
            <a:off x="4134216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36E1EE7-034B-812D-480A-FEC45C2D0627}"/>
              </a:ext>
            </a:extLst>
          </p:cNvPr>
          <p:cNvCxnSpPr/>
          <p:nvPr/>
        </p:nvCxnSpPr>
        <p:spPr>
          <a:xfrm>
            <a:off x="4216512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EF0E7B7-2FF7-A02D-5F0B-430D024C9DA3}"/>
              </a:ext>
            </a:extLst>
          </p:cNvPr>
          <p:cNvCxnSpPr/>
          <p:nvPr/>
        </p:nvCxnSpPr>
        <p:spPr>
          <a:xfrm>
            <a:off x="4298808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F940350-CFFC-330A-2C3B-9C89C17B2987}"/>
              </a:ext>
            </a:extLst>
          </p:cNvPr>
          <p:cNvCxnSpPr/>
          <p:nvPr/>
        </p:nvCxnSpPr>
        <p:spPr>
          <a:xfrm>
            <a:off x="4381104" y="5635752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E11D38F6-4CB1-42F2-A576-A7EEABAF5EA8}"/>
              </a:ext>
            </a:extLst>
          </p:cNvPr>
          <p:cNvCxnSpPr/>
          <p:nvPr/>
        </p:nvCxnSpPr>
        <p:spPr>
          <a:xfrm>
            <a:off x="6993927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8F5A798-96B6-3D5F-EE09-BE18D482120C}"/>
              </a:ext>
            </a:extLst>
          </p:cNvPr>
          <p:cNvCxnSpPr/>
          <p:nvPr/>
        </p:nvCxnSpPr>
        <p:spPr>
          <a:xfrm>
            <a:off x="7074576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0429716-54BB-B100-9C0D-9E2AE96A6E07}"/>
              </a:ext>
            </a:extLst>
          </p:cNvPr>
          <p:cNvCxnSpPr/>
          <p:nvPr/>
        </p:nvCxnSpPr>
        <p:spPr>
          <a:xfrm>
            <a:off x="7156872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F1F0E83-36DF-8F82-D3AF-78E7E19D43AB}"/>
              </a:ext>
            </a:extLst>
          </p:cNvPr>
          <p:cNvCxnSpPr/>
          <p:nvPr/>
        </p:nvCxnSpPr>
        <p:spPr>
          <a:xfrm>
            <a:off x="7239168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83014FE-3D38-9AA5-E1D4-FACC9DDB1BB2}"/>
              </a:ext>
            </a:extLst>
          </p:cNvPr>
          <p:cNvCxnSpPr/>
          <p:nvPr/>
        </p:nvCxnSpPr>
        <p:spPr>
          <a:xfrm>
            <a:off x="7321464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101D14B-8802-23D1-36F6-B99E1872159B}"/>
              </a:ext>
            </a:extLst>
          </p:cNvPr>
          <p:cNvCxnSpPr/>
          <p:nvPr/>
        </p:nvCxnSpPr>
        <p:spPr>
          <a:xfrm>
            <a:off x="6573276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264986E1-D1E6-1105-4240-8FC7C703F4AD}"/>
              </a:ext>
            </a:extLst>
          </p:cNvPr>
          <p:cNvCxnSpPr/>
          <p:nvPr/>
        </p:nvCxnSpPr>
        <p:spPr>
          <a:xfrm>
            <a:off x="6653925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745B7F1-ECF9-BD16-5CF4-1D75BAAD320C}"/>
              </a:ext>
            </a:extLst>
          </p:cNvPr>
          <p:cNvCxnSpPr/>
          <p:nvPr/>
        </p:nvCxnSpPr>
        <p:spPr>
          <a:xfrm>
            <a:off x="6736221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1952B12-DE6B-1A37-2DDA-B6FBB69EF8C7}"/>
              </a:ext>
            </a:extLst>
          </p:cNvPr>
          <p:cNvCxnSpPr/>
          <p:nvPr/>
        </p:nvCxnSpPr>
        <p:spPr>
          <a:xfrm>
            <a:off x="6818517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D01CA62-3326-16FB-73F0-934D76CF68B0}"/>
              </a:ext>
            </a:extLst>
          </p:cNvPr>
          <p:cNvCxnSpPr/>
          <p:nvPr/>
        </p:nvCxnSpPr>
        <p:spPr>
          <a:xfrm>
            <a:off x="6900813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AEE94F73-F95D-D533-4C40-141EE5359738}"/>
              </a:ext>
            </a:extLst>
          </p:cNvPr>
          <p:cNvCxnSpPr/>
          <p:nvPr/>
        </p:nvCxnSpPr>
        <p:spPr>
          <a:xfrm>
            <a:off x="6152706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F05BCEF-A879-778A-33F5-D35C4A7397B6}"/>
              </a:ext>
            </a:extLst>
          </p:cNvPr>
          <p:cNvCxnSpPr/>
          <p:nvPr/>
        </p:nvCxnSpPr>
        <p:spPr>
          <a:xfrm>
            <a:off x="6233355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9AE7A4D-23ED-9E45-C57C-394D7D323E57}"/>
              </a:ext>
            </a:extLst>
          </p:cNvPr>
          <p:cNvCxnSpPr/>
          <p:nvPr/>
        </p:nvCxnSpPr>
        <p:spPr>
          <a:xfrm>
            <a:off x="6315651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277073D-3195-143B-3DEF-936166AC96AF}"/>
              </a:ext>
            </a:extLst>
          </p:cNvPr>
          <p:cNvCxnSpPr/>
          <p:nvPr/>
        </p:nvCxnSpPr>
        <p:spPr>
          <a:xfrm>
            <a:off x="6397947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9DCF632-BDBC-C253-5D8B-A6B7D7D9C85C}"/>
              </a:ext>
            </a:extLst>
          </p:cNvPr>
          <p:cNvCxnSpPr/>
          <p:nvPr/>
        </p:nvCxnSpPr>
        <p:spPr>
          <a:xfrm>
            <a:off x="6480243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1C219EF4-3207-E240-4B87-86DA5F6E918A}"/>
              </a:ext>
            </a:extLst>
          </p:cNvPr>
          <p:cNvCxnSpPr/>
          <p:nvPr/>
        </p:nvCxnSpPr>
        <p:spPr>
          <a:xfrm>
            <a:off x="5732055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9F65BF6-7F54-DE1D-A79B-9083FFF05D4C}"/>
              </a:ext>
            </a:extLst>
          </p:cNvPr>
          <p:cNvCxnSpPr/>
          <p:nvPr/>
        </p:nvCxnSpPr>
        <p:spPr>
          <a:xfrm>
            <a:off x="5812704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D6A558A-14A5-E86A-2177-7B66FA148CCD}"/>
              </a:ext>
            </a:extLst>
          </p:cNvPr>
          <p:cNvCxnSpPr/>
          <p:nvPr/>
        </p:nvCxnSpPr>
        <p:spPr>
          <a:xfrm>
            <a:off x="5895000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CF1BBC81-6E15-6272-8BED-A9FB6239B952}"/>
              </a:ext>
            </a:extLst>
          </p:cNvPr>
          <p:cNvCxnSpPr/>
          <p:nvPr/>
        </p:nvCxnSpPr>
        <p:spPr>
          <a:xfrm>
            <a:off x="5977296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D5E6FEF3-2F23-727A-068E-866E39719759}"/>
              </a:ext>
            </a:extLst>
          </p:cNvPr>
          <p:cNvCxnSpPr/>
          <p:nvPr/>
        </p:nvCxnSpPr>
        <p:spPr>
          <a:xfrm>
            <a:off x="6059592" y="5632704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7DC16AD-E618-CB8A-C291-7710019AE912}"/>
              </a:ext>
            </a:extLst>
          </p:cNvPr>
          <p:cNvCxnSpPr/>
          <p:nvPr/>
        </p:nvCxnSpPr>
        <p:spPr>
          <a:xfrm>
            <a:off x="7824224" y="557784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597DBC6-EA80-0F98-6054-FBB9D1D180D6}"/>
              </a:ext>
            </a:extLst>
          </p:cNvPr>
          <p:cNvSpPr txBox="1"/>
          <p:nvPr/>
        </p:nvSpPr>
        <p:spPr>
          <a:xfrm>
            <a:off x="7547453" y="5157216"/>
            <a:ext cx="514927" cy="411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9C69A4-EB54-A6CC-0D39-10A11F180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760" y="627972"/>
            <a:ext cx="4334480" cy="4858428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C68E63-9617-6C84-BA2A-7D5DD32977E6}"/>
              </a:ext>
            </a:extLst>
          </p:cNvPr>
          <p:cNvSpPr txBox="1"/>
          <p:nvPr/>
        </p:nvSpPr>
        <p:spPr>
          <a:xfrm>
            <a:off x="4082902" y="140523"/>
            <a:ext cx="2394098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FFFF"/>
                </a:solidFill>
              </a:rPr>
              <a:t>Mama  </a:t>
            </a:r>
            <a:r>
              <a:rPr lang="en-US" sz="2400" dirty="0"/>
              <a:t>  </a:t>
            </a:r>
            <a:r>
              <a:rPr lang="en-US" sz="2400" dirty="0">
                <a:solidFill>
                  <a:srgbClr val="00FF00"/>
                </a:solidFill>
              </a:rPr>
              <a:t>Papa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EB9A99-DDFC-E655-195A-59E5D01492D5}"/>
              </a:ext>
            </a:extLst>
          </p:cNvPr>
          <p:cNvSpPr txBox="1"/>
          <p:nvPr/>
        </p:nvSpPr>
        <p:spPr>
          <a:xfrm>
            <a:off x="1066800" y="1942071"/>
            <a:ext cx="111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Bubby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68DD732-5496-7F23-B166-4256CCF1E12E}"/>
              </a:ext>
            </a:extLst>
          </p:cNvPr>
          <p:cNvSpPr/>
          <p:nvPr/>
        </p:nvSpPr>
        <p:spPr>
          <a:xfrm>
            <a:off x="2057400" y="2057400"/>
            <a:ext cx="1143000" cy="304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182B6E-84DB-2DAF-7386-B80174027F79}"/>
              </a:ext>
            </a:extLst>
          </p:cNvPr>
          <p:cNvSpPr txBox="1"/>
          <p:nvPr/>
        </p:nvSpPr>
        <p:spPr>
          <a:xfrm>
            <a:off x="7376464" y="1447800"/>
            <a:ext cx="13514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Where is </a:t>
            </a:r>
            <a:r>
              <a:rPr lang="en-US" sz="3200" dirty="0">
                <a:solidFill>
                  <a:srgbClr val="FFFF00"/>
                </a:solidFill>
              </a:rPr>
              <a:t>Surya?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A837FB-C43F-E4E5-52FA-3B931AD4959B}"/>
              </a:ext>
            </a:extLst>
          </p:cNvPr>
          <p:cNvSpPr/>
          <p:nvPr/>
        </p:nvSpPr>
        <p:spPr>
          <a:xfrm>
            <a:off x="8440299" y="4063314"/>
            <a:ext cx="170301" cy="30479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05B8AA-C5CB-8F70-FEFB-2874FA8E7FCF}"/>
              </a:ext>
            </a:extLst>
          </p:cNvPr>
          <p:cNvSpPr/>
          <p:nvPr/>
        </p:nvSpPr>
        <p:spPr>
          <a:xfrm>
            <a:off x="7239000" y="3733800"/>
            <a:ext cx="1260271" cy="3047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FC68E1-7C1E-EC72-EFE6-02D2A14E2E22}"/>
              </a:ext>
            </a:extLst>
          </p:cNvPr>
          <p:cNvCxnSpPr/>
          <p:nvPr/>
        </p:nvCxnSpPr>
        <p:spPr>
          <a:xfrm>
            <a:off x="7010400" y="4038600"/>
            <a:ext cx="1905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760B020-E3E6-4298-259F-99335A2DEFAB}"/>
              </a:ext>
            </a:extLst>
          </p:cNvPr>
          <p:cNvCxnSpPr/>
          <p:nvPr/>
        </p:nvCxnSpPr>
        <p:spPr>
          <a:xfrm>
            <a:off x="7251357" y="3675888"/>
            <a:ext cx="0" cy="365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DB11C3-8331-7947-F746-28B32A4E90C0}"/>
              </a:ext>
            </a:extLst>
          </p:cNvPr>
          <p:cNvCxnSpPr/>
          <p:nvPr/>
        </p:nvCxnSpPr>
        <p:spPr>
          <a:xfrm>
            <a:off x="7543800" y="3675888"/>
            <a:ext cx="0" cy="365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364562-F7CF-C722-3F10-DDC1DE4B3808}"/>
              </a:ext>
            </a:extLst>
          </p:cNvPr>
          <p:cNvCxnSpPr/>
          <p:nvPr/>
        </p:nvCxnSpPr>
        <p:spPr>
          <a:xfrm>
            <a:off x="7836243" y="3675888"/>
            <a:ext cx="0" cy="365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EF61E5-9640-90CF-C2A7-9B763ABD8E09}"/>
              </a:ext>
            </a:extLst>
          </p:cNvPr>
          <p:cNvCxnSpPr/>
          <p:nvPr/>
        </p:nvCxnSpPr>
        <p:spPr>
          <a:xfrm>
            <a:off x="8128686" y="3675888"/>
            <a:ext cx="0" cy="365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3EADFE-8621-D3CB-C9BF-9AB180BBBB55}"/>
              </a:ext>
            </a:extLst>
          </p:cNvPr>
          <p:cNvCxnSpPr/>
          <p:nvPr/>
        </p:nvCxnSpPr>
        <p:spPr>
          <a:xfrm>
            <a:off x="8421129" y="3675888"/>
            <a:ext cx="0" cy="365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BF4918A-8D59-2C47-EDFD-E34D1F271949}"/>
              </a:ext>
            </a:extLst>
          </p:cNvPr>
          <p:cNvSpPr txBox="1"/>
          <p:nvPr/>
        </p:nvSpPr>
        <p:spPr>
          <a:xfrm>
            <a:off x="7376464" y="3251886"/>
            <a:ext cx="319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C4B5E8-36F5-7683-9C93-52620C153398}"/>
              </a:ext>
            </a:extLst>
          </p:cNvPr>
          <p:cNvSpPr txBox="1"/>
          <p:nvPr/>
        </p:nvSpPr>
        <p:spPr>
          <a:xfrm>
            <a:off x="7644200" y="3255264"/>
            <a:ext cx="319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B84966-259A-40AB-4095-084ABF3773CB}"/>
              </a:ext>
            </a:extLst>
          </p:cNvPr>
          <p:cNvSpPr txBox="1"/>
          <p:nvPr/>
        </p:nvSpPr>
        <p:spPr>
          <a:xfrm>
            <a:off x="7950035" y="3255264"/>
            <a:ext cx="319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E4118E-CB1F-28FC-D7B0-8554873DA93F}"/>
              </a:ext>
            </a:extLst>
          </p:cNvPr>
          <p:cNvSpPr txBox="1"/>
          <p:nvPr/>
        </p:nvSpPr>
        <p:spPr>
          <a:xfrm>
            <a:off x="8241957" y="3255264"/>
            <a:ext cx="319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D09E9A-1E09-783A-1295-8BE9F5482CF8}"/>
              </a:ext>
            </a:extLst>
          </p:cNvPr>
          <p:cNvSpPr/>
          <p:nvPr/>
        </p:nvSpPr>
        <p:spPr>
          <a:xfrm>
            <a:off x="685800" y="5720826"/>
            <a:ext cx="7232904" cy="14657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83B9E7-E6E4-5FA1-09EB-B3D20CB338EA}"/>
              </a:ext>
            </a:extLst>
          </p:cNvPr>
          <p:cNvSpPr/>
          <p:nvPr/>
        </p:nvSpPr>
        <p:spPr>
          <a:xfrm>
            <a:off x="8355228" y="6406626"/>
            <a:ext cx="274320" cy="1465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08DCB9F-7AA9-CA0F-09FF-79CA8DA06089}"/>
              </a:ext>
            </a:extLst>
          </p:cNvPr>
          <p:cNvCxnSpPr/>
          <p:nvPr/>
        </p:nvCxnSpPr>
        <p:spPr>
          <a:xfrm flipH="1">
            <a:off x="8613342" y="5638800"/>
            <a:ext cx="26113" cy="119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818F5CF-930F-A723-936B-BC3D5B7C28CC}"/>
              </a:ext>
            </a:extLst>
          </p:cNvPr>
          <p:cNvSpPr/>
          <p:nvPr/>
        </p:nvSpPr>
        <p:spPr>
          <a:xfrm>
            <a:off x="8631936" y="6559026"/>
            <a:ext cx="54864" cy="146574"/>
          </a:xfrm>
          <a:prstGeom prst="rect">
            <a:avLst/>
          </a:prstGeom>
          <a:solidFill>
            <a:srgbClr val="E46C0A"/>
          </a:solidFill>
          <a:ln>
            <a:solidFill>
              <a:srgbClr val="E46C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9961FCF-69BD-9624-A177-52D2E6BD0835}"/>
              </a:ext>
            </a:extLst>
          </p:cNvPr>
          <p:cNvSpPr/>
          <p:nvPr/>
        </p:nvSpPr>
        <p:spPr>
          <a:xfrm>
            <a:off x="5840628" y="5906529"/>
            <a:ext cx="2852928" cy="146574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126776-4D5E-1CEC-B79C-DA5F7FF31004}"/>
              </a:ext>
            </a:extLst>
          </p:cNvPr>
          <p:cNvSpPr/>
          <p:nvPr/>
        </p:nvSpPr>
        <p:spPr>
          <a:xfrm>
            <a:off x="5806440" y="6092232"/>
            <a:ext cx="2880360" cy="146574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B7B749-F4C5-8DFA-B35F-52210825AE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37" t="8192" r="9881" b="6391"/>
          <a:stretch>
            <a:fillRect/>
          </a:stretch>
        </p:blipFill>
        <p:spPr>
          <a:xfrm>
            <a:off x="7031095" y="4149743"/>
            <a:ext cx="558674" cy="574657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FDD1D8-1C41-E57E-34B1-2038AA4E59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7663" y="6108357"/>
            <a:ext cx="472975" cy="628612"/>
          </a:xfrm>
          <a:prstGeom prst="rect">
            <a:avLst/>
          </a:prstGeom>
          <a:ln w="38100">
            <a:solidFill>
              <a:srgbClr val="00FF00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2037D4-BC09-FBEC-D0F3-D2EABFFDD9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5943600"/>
            <a:ext cx="482838" cy="685800"/>
          </a:xfrm>
          <a:prstGeom prst="rect">
            <a:avLst/>
          </a:prstGeom>
          <a:ln w="38100">
            <a:solidFill>
              <a:srgbClr val="00FFFF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FF7C2E-4293-9C66-7F68-EFE14C76BE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9203" y="5988908"/>
            <a:ext cx="582586" cy="685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5F4697B-A06D-67BD-33A9-FE1355DF8539}"/>
              </a:ext>
            </a:extLst>
          </p:cNvPr>
          <p:cNvSpPr/>
          <p:nvPr/>
        </p:nvSpPr>
        <p:spPr>
          <a:xfrm>
            <a:off x="7918704" y="5577840"/>
            <a:ext cx="434135" cy="11064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3508A3C-C1A4-E631-159C-D504FD1022BA}"/>
              </a:ext>
            </a:extLst>
          </p:cNvPr>
          <p:cNvSpPr txBox="1"/>
          <p:nvPr/>
        </p:nvSpPr>
        <p:spPr>
          <a:xfrm>
            <a:off x="622479" y="5168721"/>
            <a:ext cx="319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C64176E3-33C9-E934-3DC1-CDFD883E58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3099" y="4419600"/>
            <a:ext cx="549453" cy="480770"/>
          </a:xfrm>
          <a:prstGeom prst="rect">
            <a:avLst/>
          </a:prstGeom>
          <a:ln w="57150">
            <a:solidFill>
              <a:srgbClr val="E46C0A"/>
            </a:solidFill>
          </a:ln>
        </p:spPr>
      </p:pic>
    </p:spTree>
    <p:extLst>
      <p:ext uri="{BB962C8B-B14F-4D97-AF65-F5344CB8AC3E}">
        <p14:creationId xmlns:p14="http://schemas.microsoft.com/office/powerpoint/2010/main" val="248268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9714E1-155E-E883-79E6-F88560875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9881AD98-F299-602C-78F5-8EC88045B7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r="14329"/>
          <a:stretch>
            <a:fillRect/>
          </a:stretch>
        </p:blipFill>
        <p:spPr>
          <a:xfrm>
            <a:off x="1081620" y="609600"/>
            <a:ext cx="7147980" cy="4334933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6A09831-1AC5-65BE-CD70-600F462F5817}"/>
              </a:ext>
            </a:extLst>
          </p:cNvPr>
          <p:cNvCxnSpPr/>
          <p:nvPr/>
        </p:nvCxnSpPr>
        <p:spPr>
          <a:xfrm>
            <a:off x="7824224" y="557784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3737ED3-F474-7DA0-9BF4-33F19C125424}"/>
              </a:ext>
            </a:extLst>
          </p:cNvPr>
          <p:cNvSpPr txBox="1"/>
          <p:nvPr/>
        </p:nvSpPr>
        <p:spPr>
          <a:xfrm>
            <a:off x="7547453" y="5157216"/>
            <a:ext cx="514927" cy="411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378139-565C-241B-4081-2D834ECCBDD6}"/>
              </a:ext>
            </a:extLst>
          </p:cNvPr>
          <p:cNvSpPr txBox="1"/>
          <p:nvPr/>
        </p:nvSpPr>
        <p:spPr>
          <a:xfrm>
            <a:off x="609600" y="1942071"/>
            <a:ext cx="111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Bubby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9896352-5650-D79B-E138-A74E0B43EBC8}"/>
              </a:ext>
            </a:extLst>
          </p:cNvPr>
          <p:cNvSpPr/>
          <p:nvPr/>
        </p:nvSpPr>
        <p:spPr>
          <a:xfrm>
            <a:off x="1554480" y="2057400"/>
            <a:ext cx="1645920" cy="304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C423E1-D1FB-FCEE-F51D-C915AC550329}"/>
              </a:ext>
            </a:extLst>
          </p:cNvPr>
          <p:cNvSpPr/>
          <p:nvPr/>
        </p:nvSpPr>
        <p:spPr>
          <a:xfrm>
            <a:off x="685800" y="5720826"/>
            <a:ext cx="7232904" cy="14657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159220-C7FE-1C3B-2F9A-DD7D09E7D342}"/>
              </a:ext>
            </a:extLst>
          </p:cNvPr>
          <p:cNvSpPr/>
          <p:nvPr/>
        </p:nvSpPr>
        <p:spPr>
          <a:xfrm>
            <a:off x="8355228" y="6406626"/>
            <a:ext cx="274320" cy="1465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C7E2BDB-1ACA-E863-C5DC-8BB029774AB5}"/>
              </a:ext>
            </a:extLst>
          </p:cNvPr>
          <p:cNvCxnSpPr/>
          <p:nvPr/>
        </p:nvCxnSpPr>
        <p:spPr>
          <a:xfrm flipH="1">
            <a:off x="8613342" y="5638800"/>
            <a:ext cx="26113" cy="119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B7582E1D-4B26-2010-21DA-11506F2C70E7}"/>
              </a:ext>
            </a:extLst>
          </p:cNvPr>
          <p:cNvSpPr/>
          <p:nvPr/>
        </p:nvSpPr>
        <p:spPr>
          <a:xfrm>
            <a:off x="8631936" y="6559026"/>
            <a:ext cx="54864" cy="146574"/>
          </a:xfrm>
          <a:prstGeom prst="rect">
            <a:avLst/>
          </a:prstGeom>
          <a:solidFill>
            <a:srgbClr val="E46C0A"/>
          </a:solidFill>
          <a:ln>
            <a:solidFill>
              <a:srgbClr val="E46C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EA7425-FE95-E3AC-19BC-4DADEC6F703F}"/>
              </a:ext>
            </a:extLst>
          </p:cNvPr>
          <p:cNvSpPr/>
          <p:nvPr/>
        </p:nvSpPr>
        <p:spPr>
          <a:xfrm>
            <a:off x="5840628" y="5906529"/>
            <a:ext cx="2852928" cy="146574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8A1FB7-3ED8-803F-7BDD-9784D8E3DA25}"/>
              </a:ext>
            </a:extLst>
          </p:cNvPr>
          <p:cNvSpPr/>
          <p:nvPr/>
        </p:nvSpPr>
        <p:spPr>
          <a:xfrm>
            <a:off x="5806440" y="6092232"/>
            <a:ext cx="2880360" cy="146574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6351DA-8177-8CCA-15F1-B4DB0D515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663" y="6108357"/>
            <a:ext cx="472975" cy="628612"/>
          </a:xfrm>
          <a:prstGeom prst="rect">
            <a:avLst/>
          </a:prstGeom>
          <a:ln w="38100">
            <a:solidFill>
              <a:srgbClr val="00FF00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88BC0E-2918-08D8-549B-15B2BBC335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5943600"/>
            <a:ext cx="482838" cy="685800"/>
          </a:xfrm>
          <a:prstGeom prst="rect">
            <a:avLst/>
          </a:prstGeom>
          <a:ln w="38100">
            <a:solidFill>
              <a:srgbClr val="00FFFF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CD17D8-480B-263B-A029-1A589FDF54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9203" y="5988908"/>
            <a:ext cx="582586" cy="685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CB1BBED-33B8-A20F-888C-2D0CE50E4039}"/>
              </a:ext>
            </a:extLst>
          </p:cNvPr>
          <p:cNvSpPr txBox="1"/>
          <p:nvPr/>
        </p:nvSpPr>
        <p:spPr>
          <a:xfrm>
            <a:off x="609600" y="2357735"/>
            <a:ext cx="111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CC"/>
                </a:solidFill>
              </a:rPr>
              <a:t>Baga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EA384999-903C-CD29-FECE-8DEB58ADEAE2}"/>
              </a:ext>
            </a:extLst>
          </p:cNvPr>
          <p:cNvSpPr/>
          <p:nvPr/>
        </p:nvSpPr>
        <p:spPr>
          <a:xfrm>
            <a:off x="1371600" y="2473064"/>
            <a:ext cx="1828800" cy="304800"/>
          </a:xfrm>
          <a:prstGeom prst="rightArrow">
            <a:avLst/>
          </a:prstGeom>
          <a:solidFill>
            <a:srgbClr val="FF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91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5339A-AD43-C299-A4FE-4C35626E6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F50BB6-3E45-15A7-7664-84536F77BA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4"/>
          <a:stretch/>
        </p:blipFill>
        <p:spPr>
          <a:xfrm>
            <a:off x="1792538" y="637356"/>
            <a:ext cx="5558923" cy="40108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0863B0-4B15-452F-1253-3B9D28407055}"/>
              </a:ext>
            </a:extLst>
          </p:cNvPr>
          <p:cNvSpPr/>
          <p:nvPr/>
        </p:nvSpPr>
        <p:spPr>
          <a:xfrm>
            <a:off x="685800" y="5257800"/>
            <a:ext cx="7232904" cy="14657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4330A4-6594-A2E5-2F93-77E7214D20C4}"/>
              </a:ext>
            </a:extLst>
          </p:cNvPr>
          <p:cNvSpPr/>
          <p:nvPr/>
        </p:nvSpPr>
        <p:spPr>
          <a:xfrm>
            <a:off x="8412480" y="6406626"/>
            <a:ext cx="274320" cy="1465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05EFDE-19DA-E7C0-1C6B-DDFB0DE44D65}"/>
              </a:ext>
            </a:extLst>
          </p:cNvPr>
          <p:cNvCxnSpPr/>
          <p:nvPr/>
        </p:nvCxnSpPr>
        <p:spPr>
          <a:xfrm flipH="1">
            <a:off x="8610600" y="5105400"/>
            <a:ext cx="31596" cy="1752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E97478A-6424-B390-F4B8-30F44486D5A4}"/>
              </a:ext>
            </a:extLst>
          </p:cNvPr>
          <p:cNvSpPr/>
          <p:nvPr/>
        </p:nvSpPr>
        <p:spPr>
          <a:xfrm>
            <a:off x="8631936" y="6559026"/>
            <a:ext cx="54864" cy="146574"/>
          </a:xfrm>
          <a:prstGeom prst="rect">
            <a:avLst/>
          </a:prstGeom>
          <a:solidFill>
            <a:srgbClr val="E46C0A"/>
          </a:solidFill>
          <a:ln>
            <a:solidFill>
              <a:srgbClr val="E46C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2107DC-9057-44BF-9D0C-666A7B6AAF15}"/>
              </a:ext>
            </a:extLst>
          </p:cNvPr>
          <p:cNvSpPr/>
          <p:nvPr/>
        </p:nvSpPr>
        <p:spPr>
          <a:xfrm>
            <a:off x="5840628" y="5906529"/>
            <a:ext cx="2852928" cy="146574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467119-1E67-F9A9-0782-27BB97826FFC}"/>
              </a:ext>
            </a:extLst>
          </p:cNvPr>
          <p:cNvSpPr/>
          <p:nvPr/>
        </p:nvSpPr>
        <p:spPr>
          <a:xfrm>
            <a:off x="5806440" y="6092232"/>
            <a:ext cx="2880360" cy="146574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E65DF0-F898-9061-F2F3-F72AB277645C}"/>
              </a:ext>
            </a:extLst>
          </p:cNvPr>
          <p:cNvSpPr/>
          <p:nvPr/>
        </p:nvSpPr>
        <p:spPr>
          <a:xfrm>
            <a:off x="384048" y="5035026"/>
            <a:ext cx="5568696" cy="146574"/>
          </a:xfrm>
          <a:prstGeom prst="rect">
            <a:avLst/>
          </a:prstGeom>
          <a:solidFill>
            <a:srgbClr val="FF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1298EC-9042-4581-D5AA-96AB3944992F}"/>
              </a:ext>
            </a:extLst>
          </p:cNvPr>
          <p:cNvSpPr txBox="1"/>
          <p:nvPr/>
        </p:nvSpPr>
        <p:spPr>
          <a:xfrm>
            <a:off x="5664935" y="1671935"/>
            <a:ext cx="1497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Bubby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7ED047-8901-2C5E-3367-4006FF6BD508}"/>
              </a:ext>
            </a:extLst>
          </p:cNvPr>
          <p:cNvSpPr txBox="1"/>
          <p:nvPr/>
        </p:nvSpPr>
        <p:spPr>
          <a:xfrm>
            <a:off x="2133600" y="1143000"/>
            <a:ext cx="1116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CC"/>
                </a:solidFill>
              </a:rPr>
              <a:t>Baga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405220-82DA-069B-61D4-43B456AA0DB3}"/>
              </a:ext>
            </a:extLst>
          </p:cNvPr>
          <p:cNvSpPr/>
          <p:nvPr/>
        </p:nvSpPr>
        <p:spPr>
          <a:xfrm>
            <a:off x="2792302" y="5486400"/>
            <a:ext cx="5907024" cy="146574"/>
          </a:xfrm>
          <a:prstGeom prst="rect">
            <a:avLst/>
          </a:prstGeom>
          <a:solidFill>
            <a:srgbClr val="0033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A582E2-C671-69C4-2E81-723F7E4A490B}"/>
              </a:ext>
            </a:extLst>
          </p:cNvPr>
          <p:cNvSpPr/>
          <p:nvPr/>
        </p:nvSpPr>
        <p:spPr>
          <a:xfrm>
            <a:off x="3416474" y="5683248"/>
            <a:ext cx="5303520" cy="146574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756D70-3371-A1B8-7A9E-E467D3DD1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5904471"/>
            <a:ext cx="531106" cy="685800"/>
          </a:xfrm>
          <a:prstGeom prst="rect">
            <a:avLst/>
          </a:prstGeom>
          <a:ln w="38100">
            <a:solidFill>
              <a:srgbClr val="0066CC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F8B72A-BC0C-36B3-31D0-453890367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312" y="5712624"/>
            <a:ext cx="565088" cy="688176"/>
          </a:xfrm>
          <a:prstGeom prst="rect">
            <a:avLst/>
          </a:prstGeom>
          <a:ln w="38100">
            <a:solidFill>
              <a:srgbClr val="0033CC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753739-B0E1-F1A9-D620-8DAD10D110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533"/>
          <a:stretch>
            <a:fillRect/>
          </a:stretch>
        </p:blipFill>
        <p:spPr>
          <a:xfrm>
            <a:off x="228600" y="3962399"/>
            <a:ext cx="762106" cy="916107"/>
          </a:xfrm>
          <a:prstGeom prst="rect">
            <a:avLst/>
          </a:prstGeom>
          <a:ln w="38100">
            <a:solidFill>
              <a:srgbClr val="FF00CC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5038717-7C0F-964D-F480-FBA0ADB78C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5562600"/>
            <a:ext cx="582586" cy="685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74C71FD-BF5B-495B-6360-CDA7F56C894A}"/>
              </a:ext>
            </a:extLst>
          </p:cNvPr>
          <p:cNvCxnSpPr/>
          <p:nvPr/>
        </p:nvCxnSpPr>
        <p:spPr>
          <a:xfrm flipH="1">
            <a:off x="5943600" y="4955058"/>
            <a:ext cx="0" cy="1752600"/>
          </a:xfrm>
          <a:prstGeom prst="line">
            <a:avLst/>
          </a:prstGeom>
          <a:ln w="28575">
            <a:solidFill>
              <a:srgbClr val="FF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B6575D7-6B4A-A65C-9575-CE084FF121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663" y="6108357"/>
            <a:ext cx="472975" cy="628612"/>
          </a:xfrm>
          <a:prstGeom prst="rect">
            <a:avLst/>
          </a:prstGeom>
          <a:ln w="38100">
            <a:solidFill>
              <a:srgbClr val="00FF00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8EC82AE-8F59-EDCA-07C4-0176FD4EF1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8200" y="5943600"/>
            <a:ext cx="482838" cy="685800"/>
          </a:xfrm>
          <a:prstGeom prst="rect">
            <a:avLst/>
          </a:prstGeom>
          <a:ln w="38100">
            <a:solidFill>
              <a:srgbClr val="00FFFF"/>
            </a:solidFill>
          </a:ln>
        </p:spPr>
      </p:pic>
    </p:spTree>
    <p:extLst>
      <p:ext uri="{BB962C8B-B14F-4D97-AF65-F5344CB8AC3E}">
        <p14:creationId xmlns:p14="http://schemas.microsoft.com/office/powerpoint/2010/main" val="347605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6AD9F-CE07-A947-5886-07896633B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BBB4D7-D99C-5CD3-69AA-8CAAE1C46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787" y="533400"/>
            <a:ext cx="5686425" cy="57912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AB4D6AF9-73EA-00F6-72CB-53A5D72AE494}"/>
              </a:ext>
            </a:extLst>
          </p:cNvPr>
          <p:cNvSpPr/>
          <p:nvPr/>
        </p:nvSpPr>
        <p:spPr>
          <a:xfrm>
            <a:off x="5394960" y="2118360"/>
            <a:ext cx="91440" cy="914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DF94C74-0711-73A4-AD95-182BD6688981}"/>
              </a:ext>
            </a:extLst>
          </p:cNvPr>
          <p:cNvSpPr/>
          <p:nvPr/>
        </p:nvSpPr>
        <p:spPr>
          <a:xfrm>
            <a:off x="3472815" y="1962149"/>
            <a:ext cx="91440" cy="91440"/>
          </a:xfrm>
          <a:prstGeom prst="ellipse">
            <a:avLst/>
          </a:prstGeom>
          <a:solidFill>
            <a:srgbClr val="FF9900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F9C6CBD-23DB-6393-28AF-FDDA4B0673D4}"/>
              </a:ext>
            </a:extLst>
          </p:cNvPr>
          <p:cNvSpPr/>
          <p:nvPr/>
        </p:nvSpPr>
        <p:spPr>
          <a:xfrm>
            <a:off x="3581400" y="1959292"/>
            <a:ext cx="91440" cy="914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BF9EAB-F615-FBD1-D024-02A1B1084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76" y="270524"/>
            <a:ext cx="1564324" cy="132967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F2AA98-B38A-CF35-082E-FF3A5D14D5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0" y="314734"/>
            <a:ext cx="1405304" cy="1641750"/>
          </a:xfrm>
          <a:prstGeom prst="rect">
            <a:avLst/>
          </a:prstGeom>
          <a:ln w="28575">
            <a:solidFill>
              <a:srgbClr val="FFFF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333A8B-74DD-D5B1-BA96-01D64326AEBD}"/>
              </a:ext>
            </a:extLst>
          </p:cNvPr>
          <p:cNvSpPr txBox="1"/>
          <p:nvPr/>
        </p:nvSpPr>
        <p:spPr>
          <a:xfrm>
            <a:off x="7415212" y="1976735"/>
            <a:ext cx="1500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Barcelona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7F210F-D351-DC06-744E-3BC4D434C62A}"/>
              </a:ext>
            </a:extLst>
          </p:cNvPr>
          <p:cNvSpPr txBox="1"/>
          <p:nvPr/>
        </p:nvSpPr>
        <p:spPr>
          <a:xfrm>
            <a:off x="381000" y="1671935"/>
            <a:ext cx="1500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York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A0C585-95AD-AF76-4660-0253A56C2134}"/>
              </a:ext>
            </a:extLst>
          </p:cNvPr>
          <p:cNvSpPr txBox="1"/>
          <p:nvPr/>
        </p:nvSpPr>
        <p:spPr>
          <a:xfrm>
            <a:off x="151352" y="4517117"/>
            <a:ext cx="1704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Jersey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47036A-19C1-EC12-A330-81CBE414F5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5110220"/>
            <a:ext cx="2101342" cy="923810"/>
          </a:xfrm>
          <a:prstGeom prst="rect">
            <a:avLst/>
          </a:prstGeom>
          <a:ln w="28575">
            <a:solidFill>
              <a:srgbClr val="FF9900"/>
            </a:solidFill>
          </a:ln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307BCD9-244C-EF4F-C450-EA2CD4035CE9}"/>
              </a:ext>
            </a:extLst>
          </p:cNvPr>
          <p:cNvSpPr/>
          <p:nvPr/>
        </p:nvSpPr>
        <p:spPr>
          <a:xfrm>
            <a:off x="5498757" y="1011810"/>
            <a:ext cx="1841157" cy="1039412"/>
          </a:xfrm>
          <a:custGeom>
            <a:avLst/>
            <a:gdLst>
              <a:gd name="csX0" fmla="*/ 1841157 w 1841157"/>
              <a:gd name="csY0" fmla="*/ 26158 h 1039412"/>
              <a:gd name="csX1" fmla="*/ 1519881 w 1841157"/>
              <a:gd name="csY1" fmla="*/ 26158 h 1039412"/>
              <a:gd name="csX2" fmla="*/ 1000897 w 1841157"/>
              <a:gd name="csY2" fmla="*/ 298006 h 1039412"/>
              <a:gd name="csX3" fmla="*/ 345989 w 1841157"/>
              <a:gd name="csY3" fmla="*/ 742849 h 1039412"/>
              <a:gd name="csX4" fmla="*/ 0 w 1841157"/>
              <a:gd name="csY4" fmla="*/ 1039412 h 10394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41157" h="1039412">
                <a:moveTo>
                  <a:pt x="1841157" y="26158"/>
                </a:moveTo>
                <a:cubicBezTo>
                  <a:pt x="1750540" y="3504"/>
                  <a:pt x="1659924" y="-19150"/>
                  <a:pt x="1519881" y="26158"/>
                </a:cubicBezTo>
                <a:cubicBezTo>
                  <a:pt x="1379838" y="71466"/>
                  <a:pt x="1196546" y="178558"/>
                  <a:pt x="1000897" y="298006"/>
                </a:cubicBezTo>
                <a:cubicBezTo>
                  <a:pt x="805248" y="417454"/>
                  <a:pt x="512805" y="619281"/>
                  <a:pt x="345989" y="742849"/>
                </a:cubicBezTo>
                <a:cubicBezTo>
                  <a:pt x="179173" y="866417"/>
                  <a:pt x="89586" y="952914"/>
                  <a:pt x="0" y="1039412"/>
                </a:cubicBezTo>
              </a:path>
            </a:pathLst>
          </a:custGeom>
          <a:noFill/>
          <a:ln w="57150">
            <a:solidFill>
              <a:srgbClr val="FFFF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21FF851-8A58-6470-0098-793795652B9C}"/>
              </a:ext>
            </a:extLst>
          </p:cNvPr>
          <p:cNvSpPr/>
          <p:nvPr/>
        </p:nvSpPr>
        <p:spPr>
          <a:xfrm>
            <a:off x="1773873" y="2088292"/>
            <a:ext cx="1673661" cy="2903838"/>
          </a:xfrm>
          <a:custGeom>
            <a:avLst/>
            <a:gdLst>
              <a:gd name="csX0" fmla="*/ 51337 w 1707142"/>
              <a:gd name="csY0" fmla="*/ 2903838 h 2903838"/>
              <a:gd name="csX1" fmla="*/ 14266 w 1707142"/>
              <a:gd name="csY1" fmla="*/ 1902940 h 2903838"/>
              <a:gd name="csX2" fmla="*/ 261402 w 1707142"/>
              <a:gd name="csY2" fmla="*/ 1334530 h 2903838"/>
              <a:gd name="csX3" fmla="*/ 768029 w 1707142"/>
              <a:gd name="csY3" fmla="*/ 741405 h 2903838"/>
              <a:gd name="csX4" fmla="*/ 1299369 w 1707142"/>
              <a:gd name="csY4" fmla="*/ 284205 h 2903838"/>
              <a:gd name="csX5" fmla="*/ 1707142 w 1707142"/>
              <a:gd name="csY5" fmla="*/ 0 h 2903838"/>
              <a:gd name="csX0" fmla="*/ 14537 w 1670342"/>
              <a:gd name="csY0" fmla="*/ 2903838 h 2903838"/>
              <a:gd name="csX1" fmla="*/ 51606 w 1670342"/>
              <a:gd name="csY1" fmla="*/ 1902940 h 2903838"/>
              <a:gd name="csX2" fmla="*/ 224602 w 1670342"/>
              <a:gd name="csY2" fmla="*/ 1334530 h 2903838"/>
              <a:gd name="csX3" fmla="*/ 731229 w 1670342"/>
              <a:gd name="csY3" fmla="*/ 741405 h 2903838"/>
              <a:gd name="csX4" fmla="*/ 1262569 w 1670342"/>
              <a:gd name="csY4" fmla="*/ 284205 h 2903838"/>
              <a:gd name="csX5" fmla="*/ 1670342 w 1670342"/>
              <a:gd name="csY5" fmla="*/ 0 h 2903838"/>
              <a:gd name="csX0" fmla="*/ 17856 w 1673661"/>
              <a:gd name="csY0" fmla="*/ 2903838 h 2903838"/>
              <a:gd name="csX1" fmla="*/ 54925 w 1673661"/>
              <a:gd name="csY1" fmla="*/ 1902940 h 2903838"/>
              <a:gd name="csX2" fmla="*/ 326775 w 1673661"/>
              <a:gd name="csY2" fmla="*/ 1149178 h 2903838"/>
              <a:gd name="csX3" fmla="*/ 734548 w 1673661"/>
              <a:gd name="csY3" fmla="*/ 741405 h 2903838"/>
              <a:gd name="csX4" fmla="*/ 1265888 w 1673661"/>
              <a:gd name="csY4" fmla="*/ 284205 h 2903838"/>
              <a:gd name="csX5" fmla="*/ 1673661 w 1673661"/>
              <a:gd name="csY5" fmla="*/ 0 h 29038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673661" h="2903838">
                <a:moveTo>
                  <a:pt x="17856" y="2903838"/>
                </a:moveTo>
                <a:cubicBezTo>
                  <a:pt x="-18185" y="2534164"/>
                  <a:pt x="3439" y="2195383"/>
                  <a:pt x="54925" y="1902940"/>
                </a:cubicBezTo>
                <a:cubicBezTo>
                  <a:pt x="106411" y="1610497"/>
                  <a:pt x="213505" y="1342767"/>
                  <a:pt x="326775" y="1149178"/>
                </a:cubicBezTo>
                <a:cubicBezTo>
                  <a:pt x="440045" y="955589"/>
                  <a:pt x="578029" y="885567"/>
                  <a:pt x="734548" y="741405"/>
                </a:cubicBezTo>
                <a:cubicBezTo>
                  <a:pt x="891067" y="597243"/>
                  <a:pt x="1109369" y="407772"/>
                  <a:pt x="1265888" y="284205"/>
                </a:cubicBezTo>
                <a:cubicBezTo>
                  <a:pt x="1422407" y="160638"/>
                  <a:pt x="1548034" y="80319"/>
                  <a:pt x="1673661" y="0"/>
                </a:cubicBezTo>
              </a:path>
            </a:pathLst>
          </a:custGeom>
          <a:noFill/>
          <a:ln w="57150">
            <a:solidFill>
              <a:srgbClr val="FF99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CA3E082-1E62-1BB9-73EC-A77125226FFD}"/>
              </a:ext>
            </a:extLst>
          </p:cNvPr>
          <p:cNvSpPr/>
          <p:nvPr/>
        </p:nvSpPr>
        <p:spPr>
          <a:xfrm>
            <a:off x="1915297" y="860684"/>
            <a:ext cx="1692876" cy="1066970"/>
          </a:xfrm>
          <a:custGeom>
            <a:avLst/>
            <a:gdLst>
              <a:gd name="csX0" fmla="*/ 0 w 1692876"/>
              <a:gd name="csY0" fmla="*/ 16646 h 1066970"/>
              <a:gd name="csX1" fmla="*/ 556054 w 1692876"/>
              <a:gd name="csY1" fmla="*/ 16646 h 1066970"/>
              <a:gd name="csX2" fmla="*/ 1000898 w 1692876"/>
              <a:gd name="csY2" fmla="*/ 189640 h 1066970"/>
              <a:gd name="csX3" fmla="*/ 1470454 w 1692876"/>
              <a:gd name="csY3" fmla="*/ 622127 h 1066970"/>
              <a:gd name="csX4" fmla="*/ 1692876 w 1692876"/>
              <a:gd name="csY4" fmla="*/ 1066970 h 10669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92876" h="1066970">
                <a:moveTo>
                  <a:pt x="0" y="16646"/>
                </a:moveTo>
                <a:cubicBezTo>
                  <a:pt x="194619" y="2230"/>
                  <a:pt x="389238" y="-12186"/>
                  <a:pt x="556054" y="16646"/>
                </a:cubicBezTo>
                <a:cubicBezTo>
                  <a:pt x="722870" y="45478"/>
                  <a:pt x="848498" y="88727"/>
                  <a:pt x="1000898" y="189640"/>
                </a:cubicBezTo>
                <a:cubicBezTo>
                  <a:pt x="1153298" y="290553"/>
                  <a:pt x="1355124" y="475905"/>
                  <a:pt x="1470454" y="622127"/>
                </a:cubicBezTo>
                <a:cubicBezTo>
                  <a:pt x="1585784" y="768349"/>
                  <a:pt x="1639330" y="917659"/>
                  <a:pt x="1692876" y="106697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2" grpId="0"/>
      <p:bldP spid="13" grpId="0"/>
      <p:bldP spid="14" grpId="0"/>
      <p:bldP spid="8" grpId="0" animBg="1"/>
      <p:bldP spid="10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42" y="152400"/>
            <a:ext cx="8904514" cy="54464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9042" y="152400"/>
            <a:ext cx="647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New York, ~1936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5809DE-6F4F-0D2F-9C4A-C41D5B8CF60E}"/>
              </a:ext>
            </a:extLst>
          </p:cNvPr>
          <p:cNvSpPr txBox="1"/>
          <p:nvPr/>
        </p:nvSpPr>
        <p:spPr>
          <a:xfrm>
            <a:off x="6884135" y="4444425"/>
            <a:ext cx="1497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Bubby</a:t>
            </a:r>
          </a:p>
        </p:txBody>
      </p:sp>
    </p:spTree>
    <p:extLst>
      <p:ext uri="{BB962C8B-B14F-4D97-AF65-F5344CB8AC3E}">
        <p14:creationId xmlns:p14="http://schemas.microsoft.com/office/powerpoint/2010/main" val="3248899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246" y="688848"/>
            <a:ext cx="4099954" cy="53035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6" t="10871" r="10264" b="6942"/>
          <a:stretch/>
        </p:blipFill>
        <p:spPr>
          <a:xfrm>
            <a:off x="685800" y="700548"/>
            <a:ext cx="3602048" cy="53035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D6FCFB-5280-6138-B153-432199F99294}"/>
              </a:ext>
            </a:extLst>
          </p:cNvPr>
          <p:cNvSpPr txBox="1"/>
          <p:nvPr/>
        </p:nvSpPr>
        <p:spPr>
          <a:xfrm>
            <a:off x="5893535" y="863025"/>
            <a:ext cx="1497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Bubby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555169-00A1-9375-6821-285F0DF15FD0}"/>
              </a:ext>
            </a:extLst>
          </p:cNvPr>
          <p:cNvSpPr txBox="1"/>
          <p:nvPr/>
        </p:nvSpPr>
        <p:spPr>
          <a:xfrm>
            <a:off x="2895600" y="710625"/>
            <a:ext cx="1497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Bubby</a:t>
            </a:r>
          </a:p>
        </p:txBody>
      </p:sp>
    </p:spTree>
    <p:extLst>
      <p:ext uri="{BB962C8B-B14F-4D97-AF65-F5344CB8AC3E}">
        <p14:creationId xmlns:p14="http://schemas.microsoft.com/office/powerpoint/2010/main" val="3742422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844" y="169608"/>
            <a:ext cx="4008882" cy="5964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6CB193-D7D2-58DA-5DF4-FCEA1303B9A7}"/>
              </a:ext>
            </a:extLst>
          </p:cNvPr>
          <p:cNvSpPr txBox="1"/>
          <p:nvPr/>
        </p:nvSpPr>
        <p:spPr>
          <a:xfrm>
            <a:off x="2895600" y="710625"/>
            <a:ext cx="1497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Bubby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CB2FE-E04C-5F23-22C4-26DCD83CBC60}"/>
              </a:ext>
            </a:extLst>
          </p:cNvPr>
          <p:cNvSpPr txBox="1"/>
          <p:nvPr/>
        </p:nvSpPr>
        <p:spPr>
          <a:xfrm>
            <a:off x="6400800" y="685800"/>
            <a:ext cx="14978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Sister Bunny</a:t>
            </a:r>
          </a:p>
        </p:txBody>
      </p:sp>
    </p:spTree>
    <p:extLst>
      <p:ext uri="{BB962C8B-B14F-4D97-AF65-F5344CB8AC3E}">
        <p14:creationId xmlns:p14="http://schemas.microsoft.com/office/powerpoint/2010/main" val="1098507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E7FA54-6AEA-902B-8887-D682FB170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533400"/>
            <a:ext cx="4058409" cy="50929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42E1A8-29E6-1FB3-851C-6091E82F0DE4}"/>
              </a:ext>
            </a:extLst>
          </p:cNvPr>
          <p:cNvSpPr txBox="1"/>
          <p:nvPr/>
        </p:nvSpPr>
        <p:spPr>
          <a:xfrm>
            <a:off x="1219200" y="2133600"/>
            <a:ext cx="1116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CC"/>
                </a:solidFill>
              </a:rPr>
              <a:t>Baga</a:t>
            </a:r>
          </a:p>
        </p:txBody>
      </p:sp>
    </p:spTree>
    <p:extLst>
      <p:ext uri="{BB962C8B-B14F-4D97-AF65-F5344CB8AC3E}">
        <p14:creationId xmlns:p14="http://schemas.microsoft.com/office/powerpoint/2010/main" val="854899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3"/>
          <a:stretch/>
        </p:blipFill>
        <p:spPr>
          <a:xfrm>
            <a:off x="5029200" y="685800"/>
            <a:ext cx="3645310" cy="49377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6" t="10871" r="10264" b="6942"/>
          <a:stretch/>
        </p:blipFill>
        <p:spPr>
          <a:xfrm>
            <a:off x="685800" y="685800"/>
            <a:ext cx="3353632" cy="4937760"/>
          </a:xfrm>
          <a:prstGeom prst="rect">
            <a:avLst/>
          </a:prstGeom>
        </p:spPr>
      </p:pic>
      <p:pic>
        <p:nvPicPr>
          <p:cNvPr id="4" name="Picture 6" descr="weegee_coney_island-s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-9525"/>
            <a:ext cx="8991600" cy="690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6047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10" descr="1943 Children escape the heat of the East Side by using fire hydrant to cool down__488868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9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1932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346" y="685800"/>
            <a:ext cx="5940454" cy="5336827"/>
          </a:xfrm>
          <a:prstGeom prst="rect">
            <a:avLst/>
          </a:prstGeom>
        </p:spPr>
      </p:pic>
      <p:pic>
        <p:nvPicPr>
          <p:cNvPr id="3" name="Picture 3" descr="steeplechase-park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0"/>
            <a:ext cx="8610600" cy="688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6835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4A53D-43ED-EA04-D118-7C244A862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7CA36F-0D00-90B6-4E0A-8DF2D4B35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787" y="533400"/>
            <a:ext cx="5686425" cy="57912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0671F2E-C977-8E9D-4CA5-DDFF01F80601}"/>
              </a:ext>
            </a:extLst>
          </p:cNvPr>
          <p:cNvSpPr/>
          <p:nvPr/>
        </p:nvSpPr>
        <p:spPr>
          <a:xfrm>
            <a:off x="5394960" y="2118360"/>
            <a:ext cx="91440" cy="914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8988CB-1A65-18F4-6303-D93F1E3C4524}"/>
              </a:ext>
            </a:extLst>
          </p:cNvPr>
          <p:cNvSpPr/>
          <p:nvPr/>
        </p:nvSpPr>
        <p:spPr>
          <a:xfrm>
            <a:off x="2362200" y="2194560"/>
            <a:ext cx="91440" cy="91440"/>
          </a:xfrm>
          <a:prstGeom prst="ellipse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08D106F-85A7-4554-7A5F-EDF620D23FB9}"/>
              </a:ext>
            </a:extLst>
          </p:cNvPr>
          <p:cNvSpPr/>
          <p:nvPr/>
        </p:nvSpPr>
        <p:spPr>
          <a:xfrm>
            <a:off x="3581400" y="1959292"/>
            <a:ext cx="91440" cy="914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0672A2-1796-DFC5-1ADD-6A6B1714039E}"/>
              </a:ext>
            </a:extLst>
          </p:cNvPr>
          <p:cNvSpPr txBox="1"/>
          <p:nvPr/>
        </p:nvSpPr>
        <p:spPr>
          <a:xfrm>
            <a:off x="4034304" y="2586335"/>
            <a:ext cx="1500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York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FA028C4-FEE7-370F-7FC3-96ECF54EDF2D}"/>
              </a:ext>
            </a:extLst>
          </p:cNvPr>
          <p:cNvSpPr/>
          <p:nvPr/>
        </p:nvSpPr>
        <p:spPr>
          <a:xfrm>
            <a:off x="2458995" y="1932001"/>
            <a:ext cx="1075037" cy="242788"/>
          </a:xfrm>
          <a:custGeom>
            <a:avLst/>
            <a:gdLst>
              <a:gd name="csX0" fmla="*/ 1075037 w 1075037"/>
              <a:gd name="csY0" fmla="*/ 45080 h 242788"/>
              <a:gd name="csX1" fmla="*/ 877329 w 1075037"/>
              <a:gd name="csY1" fmla="*/ 8010 h 242788"/>
              <a:gd name="csX2" fmla="*/ 605481 w 1075037"/>
              <a:gd name="csY2" fmla="*/ 8010 h 242788"/>
              <a:gd name="csX3" fmla="*/ 296562 w 1075037"/>
              <a:gd name="csY3" fmla="*/ 94507 h 242788"/>
              <a:gd name="csX4" fmla="*/ 148281 w 1075037"/>
              <a:gd name="csY4" fmla="*/ 168648 h 242788"/>
              <a:gd name="csX5" fmla="*/ 0 w 1075037"/>
              <a:gd name="csY5" fmla="*/ 242788 h 242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75037" h="242788">
                <a:moveTo>
                  <a:pt x="1075037" y="45080"/>
                </a:moveTo>
                <a:cubicBezTo>
                  <a:pt x="1015312" y="29634"/>
                  <a:pt x="955588" y="14188"/>
                  <a:pt x="877329" y="8010"/>
                </a:cubicBezTo>
                <a:cubicBezTo>
                  <a:pt x="799070" y="1832"/>
                  <a:pt x="702275" y="-6406"/>
                  <a:pt x="605481" y="8010"/>
                </a:cubicBezTo>
                <a:cubicBezTo>
                  <a:pt x="508687" y="22426"/>
                  <a:pt x="372762" y="67734"/>
                  <a:pt x="296562" y="94507"/>
                </a:cubicBezTo>
                <a:cubicBezTo>
                  <a:pt x="220362" y="121280"/>
                  <a:pt x="148281" y="168648"/>
                  <a:pt x="148281" y="168648"/>
                </a:cubicBezTo>
                <a:lnTo>
                  <a:pt x="0" y="242788"/>
                </a:ln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5E4C52-9329-F2E5-86BB-9295C8837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650" y="1116234"/>
            <a:ext cx="1609950" cy="146705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56884D-4EAF-4896-CB10-91B4830485B4}"/>
              </a:ext>
            </a:extLst>
          </p:cNvPr>
          <p:cNvSpPr txBox="1"/>
          <p:nvPr/>
        </p:nvSpPr>
        <p:spPr>
          <a:xfrm>
            <a:off x="557212" y="1981200"/>
            <a:ext cx="1500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 Angeles</a:t>
            </a:r>
          </a:p>
        </p:txBody>
      </p:sp>
    </p:spTree>
    <p:extLst>
      <p:ext uri="{BB962C8B-B14F-4D97-AF65-F5344CB8AC3E}">
        <p14:creationId xmlns:p14="http://schemas.microsoft.com/office/powerpoint/2010/main" val="156230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685800"/>
            <a:ext cx="9143999" cy="46207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4896" y="5486400"/>
            <a:ext cx="647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Summer 1942(?)</a:t>
            </a:r>
          </a:p>
        </p:txBody>
      </p:sp>
    </p:spTree>
    <p:extLst>
      <p:ext uri="{BB962C8B-B14F-4D97-AF65-F5344CB8AC3E}">
        <p14:creationId xmlns:p14="http://schemas.microsoft.com/office/powerpoint/2010/main" val="1928551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41"/>
          <a:stretch/>
        </p:blipFill>
        <p:spPr>
          <a:xfrm>
            <a:off x="623362" y="0"/>
            <a:ext cx="7881542" cy="62179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DB5D93-CB9E-E797-6F66-9F3EFDADC9D6}"/>
              </a:ext>
            </a:extLst>
          </p:cNvPr>
          <p:cNvSpPr txBox="1"/>
          <p:nvPr/>
        </p:nvSpPr>
        <p:spPr>
          <a:xfrm>
            <a:off x="1371600" y="6197025"/>
            <a:ext cx="647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Los Angeles</a:t>
            </a:r>
          </a:p>
        </p:txBody>
      </p:sp>
    </p:spTree>
    <p:extLst>
      <p:ext uri="{BB962C8B-B14F-4D97-AF65-F5344CB8AC3E}">
        <p14:creationId xmlns:p14="http://schemas.microsoft.com/office/powerpoint/2010/main" val="3401178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" t="1505" r="2289" b="1505"/>
          <a:stretch/>
        </p:blipFill>
        <p:spPr>
          <a:xfrm>
            <a:off x="2185116" y="0"/>
            <a:ext cx="4800600" cy="61333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1DDB40-52CD-F27D-89C4-9419C40B4620}"/>
              </a:ext>
            </a:extLst>
          </p:cNvPr>
          <p:cNvSpPr txBox="1"/>
          <p:nvPr/>
        </p:nvSpPr>
        <p:spPr>
          <a:xfrm>
            <a:off x="2438400" y="634425"/>
            <a:ext cx="1116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CC"/>
                </a:solidFill>
              </a:rPr>
              <a:t>Baga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EA5E97D-B5DA-3C48-DE09-9F41ED71F2F8}"/>
              </a:ext>
            </a:extLst>
          </p:cNvPr>
          <p:cNvCxnSpPr/>
          <p:nvPr/>
        </p:nvCxnSpPr>
        <p:spPr>
          <a:xfrm flipH="1">
            <a:off x="5410200" y="3276600"/>
            <a:ext cx="457200" cy="228600"/>
          </a:xfrm>
          <a:prstGeom prst="straightConnector1">
            <a:avLst/>
          </a:prstGeom>
          <a:ln w="57150">
            <a:solidFill>
              <a:srgbClr val="FF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BF5882C-EE89-BDF9-300C-386192D76783}"/>
              </a:ext>
            </a:extLst>
          </p:cNvPr>
          <p:cNvCxnSpPr>
            <a:cxnSpLocks/>
          </p:cNvCxnSpPr>
          <p:nvPr/>
        </p:nvCxnSpPr>
        <p:spPr>
          <a:xfrm>
            <a:off x="2971800" y="5105400"/>
            <a:ext cx="457200" cy="228600"/>
          </a:xfrm>
          <a:prstGeom prst="straightConnector1">
            <a:avLst/>
          </a:prstGeom>
          <a:ln w="57150">
            <a:solidFill>
              <a:srgbClr val="FF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55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57" y="0"/>
            <a:ext cx="3097193" cy="39575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7" y="-46704"/>
            <a:ext cx="5554393" cy="39776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98" y="4023852"/>
            <a:ext cx="7765026" cy="2757467"/>
          </a:xfrm>
          <a:prstGeom prst="rect">
            <a:avLst/>
          </a:prstGeom>
          <a:ln w="38100">
            <a:solidFill>
              <a:srgbClr val="FF00FF"/>
            </a:solidFill>
          </a:ln>
        </p:spPr>
      </p:pic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1143000" y="1645920"/>
            <a:ext cx="1097280" cy="1097280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FA73C5-C399-0692-84D8-9DF3FCD7B9C2}"/>
              </a:ext>
            </a:extLst>
          </p:cNvPr>
          <p:cNvSpPr txBox="1"/>
          <p:nvPr/>
        </p:nvSpPr>
        <p:spPr>
          <a:xfrm>
            <a:off x="228600" y="-152400"/>
            <a:ext cx="1116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CC"/>
                </a:solidFill>
              </a:rPr>
              <a:t>Baga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0F3671-3432-AE78-805F-0D11DF7F5476}"/>
              </a:ext>
            </a:extLst>
          </p:cNvPr>
          <p:cNvSpPr txBox="1"/>
          <p:nvPr/>
        </p:nvSpPr>
        <p:spPr>
          <a:xfrm>
            <a:off x="7569935" y="-153333"/>
            <a:ext cx="1497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Bubby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F0A48B4-4657-9B69-09ED-85655594C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9470" y="457200"/>
            <a:ext cx="2587330" cy="258733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1A9F53-525C-14B3-E854-14FBBB0BB8F7}"/>
              </a:ext>
            </a:extLst>
          </p:cNvPr>
          <p:cNvCxnSpPr>
            <a:cxnSpLocks/>
          </p:cNvCxnSpPr>
          <p:nvPr/>
        </p:nvCxnSpPr>
        <p:spPr>
          <a:xfrm flipH="1" flipV="1">
            <a:off x="4800600" y="457200"/>
            <a:ext cx="457200" cy="228600"/>
          </a:xfrm>
          <a:prstGeom prst="straightConnector1">
            <a:avLst/>
          </a:prstGeom>
          <a:ln w="57150">
            <a:solidFill>
              <a:srgbClr val="FF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609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338" y="0"/>
            <a:ext cx="3735324" cy="59024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3C3CA7-7F8B-514B-A4B0-5F27961B9FBA}"/>
              </a:ext>
            </a:extLst>
          </p:cNvPr>
          <p:cNvSpPr txBox="1"/>
          <p:nvPr/>
        </p:nvSpPr>
        <p:spPr>
          <a:xfrm>
            <a:off x="6579335" y="710625"/>
            <a:ext cx="1497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Bubby</a:t>
            </a:r>
          </a:p>
        </p:txBody>
      </p:sp>
    </p:spTree>
    <p:extLst>
      <p:ext uri="{BB962C8B-B14F-4D97-AF65-F5344CB8AC3E}">
        <p14:creationId xmlns:p14="http://schemas.microsoft.com/office/powerpoint/2010/main" val="2970679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95"/>
          <a:stretch/>
        </p:blipFill>
        <p:spPr>
          <a:xfrm>
            <a:off x="2185116" y="0"/>
            <a:ext cx="4791115" cy="60290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1223B7-4CCD-9FDF-B0DA-FDBD925EA074}"/>
              </a:ext>
            </a:extLst>
          </p:cNvPr>
          <p:cNvSpPr txBox="1"/>
          <p:nvPr/>
        </p:nvSpPr>
        <p:spPr>
          <a:xfrm>
            <a:off x="6579335" y="710625"/>
            <a:ext cx="1497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Bubby</a:t>
            </a:r>
          </a:p>
        </p:txBody>
      </p:sp>
    </p:spTree>
    <p:extLst>
      <p:ext uri="{BB962C8B-B14F-4D97-AF65-F5344CB8AC3E}">
        <p14:creationId xmlns:p14="http://schemas.microsoft.com/office/powerpoint/2010/main" val="3139975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5" t="2136" r="2614" b="1856"/>
          <a:stretch/>
        </p:blipFill>
        <p:spPr>
          <a:xfrm>
            <a:off x="2435240" y="4916"/>
            <a:ext cx="4240864" cy="62179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FDB135-AB51-D0BC-ADDE-84F8D404CE2F}"/>
              </a:ext>
            </a:extLst>
          </p:cNvPr>
          <p:cNvSpPr txBox="1"/>
          <p:nvPr/>
        </p:nvSpPr>
        <p:spPr>
          <a:xfrm>
            <a:off x="1016735" y="1929825"/>
            <a:ext cx="1497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Bubby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A253FC-D339-4A5E-F9BF-29626BE5A433}"/>
              </a:ext>
            </a:extLst>
          </p:cNvPr>
          <p:cNvSpPr txBox="1"/>
          <p:nvPr/>
        </p:nvSpPr>
        <p:spPr>
          <a:xfrm>
            <a:off x="6807935" y="1853625"/>
            <a:ext cx="1116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CC"/>
                </a:solidFill>
              </a:rPr>
              <a:t>Baga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F1C75-544A-1CA0-FDB1-D3F9DE2E6201}"/>
              </a:ext>
            </a:extLst>
          </p:cNvPr>
          <p:cNvSpPr txBox="1"/>
          <p:nvPr/>
        </p:nvSpPr>
        <p:spPr>
          <a:xfrm>
            <a:off x="1371600" y="6197025"/>
            <a:ext cx="647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Los Angeles</a:t>
            </a:r>
          </a:p>
        </p:txBody>
      </p:sp>
    </p:spTree>
    <p:extLst>
      <p:ext uri="{BB962C8B-B14F-4D97-AF65-F5344CB8AC3E}">
        <p14:creationId xmlns:p14="http://schemas.microsoft.com/office/powerpoint/2010/main" val="1513103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6" t="5823" r="4407" b="3524"/>
          <a:stretch/>
        </p:blipFill>
        <p:spPr>
          <a:xfrm>
            <a:off x="-14748" y="31956"/>
            <a:ext cx="9159744" cy="593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8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r="20833"/>
          <a:stretch>
            <a:fillRect/>
          </a:stretch>
        </p:blipFill>
        <p:spPr>
          <a:xfrm>
            <a:off x="76200" y="304800"/>
            <a:ext cx="7239000" cy="6019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3505200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Laurisa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F03991-212F-377B-E7DC-15D255A82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2590800"/>
            <a:ext cx="1394751" cy="1269224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980835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6976"/>
            <a:ext cx="4343400" cy="67450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BB343A-1E7C-E7CF-B5F4-97811D0B1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402" y="929697"/>
            <a:ext cx="1101198" cy="1341060"/>
          </a:xfrm>
          <a:prstGeom prst="rect">
            <a:avLst/>
          </a:prstGeom>
          <a:ln w="38100">
            <a:solidFill>
              <a:srgbClr val="0033CC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130CE0-E283-BA46-F053-54D232D50CCD}"/>
              </a:ext>
            </a:extLst>
          </p:cNvPr>
          <p:cNvSpPr txBox="1"/>
          <p:nvPr/>
        </p:nvSpPr>
        <p:spPr>
          <a:xfrm>
            <a:off x="3352800" y="4038600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Laurisa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6D385-C963-6B7B-60E2-4517C77E873C}"/>
              </a:ext>
            </a:extLst>
          </p:cNvPr>
          <p:cNvSpPr txBox="1"/>
          <p:nvPr/>
        </p:nvSpPr>
        <p:spPr>
          <a:xfrm>
            <a:off x="5638800" y="1748135"/>
            <a:ext cx="1092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Baba</a:t>
            </a:r>
          </a:p>
        </p:txBody>
      </p:sp>
    </p:spTree>
    <p:extLst>
      <p:ext uri="{BB962C8B-B14F-4D97-AF65-F5344CB8AC3E}">
        <p14:creationId xmlns:p14="http://schemas.microsoft.com/office/powerpoint/2010/main" val="3967723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49" y="0"/>
            <a:ext cx="9144000" cy="61778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44976B-920E-2F10-230D-626054A93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5883" y="4191000"/>
            <a:ext cx="1142207" cy="1246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300C0A-394D-E3F0-3B64-45AA643472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800" y="1063872"/>
            <a:ext cx="982146" cy="12221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4322B1-5A8C-6289-3FB1-EDA93D826160}"/>
              </a:ext>
            </a:extLst>
          </p:cNvPr>
          <p:cNvSpPr txBox="1"/>
          <p:nvPr/>
        </p:nvSpPr>
        <p:spPr>
          <a:xfrm>
            <a:off x="4191000" y="5253335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4CCED1-411A-FA6D-8D91-64048D198F56}"/>
              </a:ext>
            </a:extLst>
          </p:cNvPr>
          <p:cNvSpPr txBox="1"/>
          <p:nvPr/>
        </p:nvSpPr>
        <p:spPr>
          <a:xfrm>
            <a:off x="6705600" y="3198167"/>
            <a:ext cx="1092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Jack</a:t>
            </a:r>
          </a:p>
        </p:txBody>
      </p:sp>
    </p:spTree>
    <p:extLst>
      <p:ext uri="{BB962C8B-B14F-4D97-AF65-F5344CB8AC3E}">
        <p14:creationId xmlns:p14="http://schemas.microsoft.com/office/powerpoint/2010/main" val="234557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80" y="203344"/>
            <a:ext cx="2356720" cy="28729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3397159"/>
            <a:ext cx="4305028" cy="29260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8" y="3441405"/>
            <a:ext cx="4594667" cy="29075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32356" y="909935"/>
            <a:ext cx="2667000" cy="46166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 w="57150" cmpd="thickThin">
            <a:solidFill>
              <a:schemeClr val="bg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Her 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79CE22-24B0-B8AD-F8BF-0227CAFB50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849" y="228600"/>
            <a:ext cx="3876751" cy="29075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11A128-1FD0-31B3-4FB7-A9173E2BA7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006" y="228600"/>
            <a:ext cx="1736194" cy="292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454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81"/>
          <a:stretch/>
        </p:blipFill>
        <p:spPr>
          <a:xfrm>
            <a:off x="1308193" y="0"/>
            <a:ext cx="6510911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55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28516DB-920F-5A94-C47B-B935C7F7A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6525"/>
            <a:ext cx="9144000" cy="658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61022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3366"/>
            <a:ext cx="5361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0106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" r="1573" b="-1"/>
          <a:stretch/>
        </p:blipFill>
        <p:spPr>
          <a:xfrm>
            <a:off x="442882" y="14748"/>
            <a:ext cx="822917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546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-14747"/>
            <a:ext cx="8686800" cy="590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1796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8"/>
          <a:stretch/>
        </p:blipFill>
        <p:spPr>
          <a:xfrm>
            <a:off x="222112" y="61452"/>
            <a:ext cx="8676080" cy="57789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19600" y="3593068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chemeClr val="bg1"/>
                </a:solidFill>
              </a:rPr>
              <a:t>Joline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38800" y="2971800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Baba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8956" y="3745468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Ama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607778-0EDD-6C38-2E0B-65460B570537}"/>
              </a:ext>
            </a:extLst>
          </p:cNvPr>
          <p:cNvSpPr txBox="1"/>
          <p:nvPr/>
        </p:nvSpPr>
        <p:spPr>
          <a:xfrm>
            <a:off x="3429000" y="1561071"/>
            <a:ext cx="111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Bubby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CED6E-6119-EEE7-BC60-02315981A61E}"/>
              </a:ext>
            </a:extLst>
          </p:cNvPr>
          <p:cNvSpPr txBox="1"/>
          <p:nvPr/>
        </p:nvSpPr>
        <p:spPr>
          <a:xfrm>
            <a:off x="1854935" y="1600200"/>
            <a:ext cx="111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CC"/>
                </a:solidFill>
              </a:rPr>
              <a:t>Baga</a:t>
            </a:r>
          </a:p>
        </p:txBody>
      </p:sp>
    </p:spTree>
    <p:extLst>
      <p:ext uri="{BB962C8B-B14F-4D97-AF65-F5344CB8AC3E}">
        <p14:creationId xmlns:p14="http://schemas.microsoft.com/office/powerpoint/2010/main" val="16947531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51" y="29496"/>
            <a:ext cx="8294605" cy="635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276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5BC5F-7CFB-E1A4-A51C-806FBB73D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2BD6BB-C650-543C-3FBF-7731CE9E70F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4"/>
          <a:stretch/>
        </p:blipFill>
        <p:spPr>
          <a:xfrm>
            <a:off x="1792538" y="637356"/>
            <a:ext cx="5558923" cy="40108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4B83C0-A478-FEB9-EC85-EA7973C220B3}"/>
              </a:ext>
            </a:extLst>
          </p:cNvPr>
          <p:cNvSpPr/>
          <p:nvPr/>
        </p:nvSpPr>
        <p:spPr>
          <a:xfrm>
            <a:off x="685800" y="5257800"/>
            <a:ext cx="7232904" cy="14657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26B84B-B0BF-4AAA-9AB5-0E5A076C35DB}"/>
              </a:ext>
            </a:extLst>
          </p:cNvPr>
          <p:cNvSpPr/>
          <p:nvPr/>
        </p:nvSpPr>
        <p:spPr>
          <a:xfrm>
            <a:off x="384048" y="5035026"/>
            <a:ext cx="5568696" cy="146574"/>
          </a:xfrm>
          <a:prstGeom prst="rect">
            <a:avLst/>
          </a:prstGeom>
          <a:solidFill>
            <a:srgbClr val="FF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358693-381D-FA34-A61E-846636009A74}"/>
              </a:ext>
            </a:extLst>
          </p:cNvPr>
          <p:cNvSpPr txBox="1"/>
          <p:nvPr/>
        </p:nvSpPr>
        <p:spPr>
          <a:xfrm>
            <a:off x="5664935" y="1671935"/>
            <a:ext cx="1497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Bubby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90352E-F013-2703-F08B-8A629D6E03EA}"/>
              </a:ext>
            </a:extLst>
          </p:cNvPr>
          <p:cNvSpPr txBox="1"/>
          <p:nvPr/>
        </p:nvSpPr>
        <p:spPr>
          <a:xfrm>
            <a:off x="2133600" y="1143000"/>
            <a:ext cx="1116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CC"/>
                </a:solidFill>
              </a:rPr>
              <a:t>Baga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B177EB2-6123-44E2-DF6A-DDAB9322E0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33"/>
          <a:stretch>
            <a:fillRect/>
          </a:stretch>
        </p:blipFill>
        <p:spPr>
          <a:xfrm>
            <a:off x="228600" y="3962399"/>
            <a:ext cx="762106" cy="916107"/>
          </a:xfrm>
          <a:prstGeom prst="rect">
            <a:avLst/>
          </a:prstGeom>
          <a:ln w="38100">
            <a:solidFill>
              <a:srgbClr val="FF00CC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49CCD33-6378-0DD5-5E93-AE5D99D26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5562600"/>
            <a:ext cx="582586" cy="685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05FF5B2-53C8-D1EA-1AA4-2F875707B591}"/>
              </a:ext>
            </a:extLst>
          </p:cNvPr>
          <p:cNvCxnSpPr/>
          <p:nvPr/>
        </p:nvCxnSpPr>
        <p:spPr>
          <a:xfrm flipH="1">
            <a:off x="5943600" y="4955058"/>
            <a:ext cx="0" cy="640080"/>
          </a:xfrm>
          <a:prstGeom prst="line">
            <a:avLst/>
          </a:prstGeom>
          <a:ln w="28575">
            <a:solidFill>
              <a:srgbClr val="FF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26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9" r="109"/>
          <a:stretch/>
        </p:blipFill>
        <p:spPr>
          <a:xfrm>
            <a:off x="344357" y="15240"/>
            <a:ext cx="8421624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4896" y="6172200"/>
            <a:ext cx="6477000" cy="507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December - Fair Oaks 1990?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5600" y="3593068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Robin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9592" y="3910156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Wren</a:t>
            </a:r>
          </a:p>
        </p:txBody>
      </p:sp>
    </p:spTree>
    <p:extLst>
      <p:ext uri="{BB962C8B-B14F-4D97-AF65-F5344CB8AC3E}">
        <p14:creationId xmlns:p14="http://schemas.microsoft.com/office/powerpoint/2010/main" val="39959585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978" y="685800"/>
            <a:ext cx="6408975" cy="48067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27DF91-1ABD-E22B-D1AE-225BCBF4CE0E}"/>
              </a:ext>
            </a:extLst>
          </p:cNvPr>
          <p:cNvSpPr txBox="1"/>
          <p:nvPr/>
        </p:nvSpPr>
        <p:spPr>
          <a:xfrm>
            <a:off x="3810000" y="5024735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Coly</a:t>
            </a:r>
          </a:p>
        </p:txBody>
      </p:sp>
    </p:spTree>
    <p:extLst>
      <p:ext uri="{BB962C8B-B14F-4D97-AF65-F5344CB8AC3E}">
        <p14:creationId xmlns:p14="http://schemas.microsoft.com/office/powerpoint/2010/main" val="26933985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0"/>
            <a:ext cx="8312727" cy="62345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1DDDB8-B1DA-0C4E-3B30-AC7313791628}"/>
              </a:ext>
            </a:extLst>
          </p:cNvPr>
          <p:cNvSpPr txBox="1"/>
          <p:nvPr/>
        </p:nvSpPr>
        <p:spPr>
          <a:xfrm>
            <a:off x="2743200" y="6236523"/>
            <a:ext cx="2394098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FF00"/>
                </a:solidFill>
              </a:rPr>
              <a:t>Papa       </a:t>
            </a:r>
            <a:r>
              <a:rPr lang="en-US" sz="2400" dirty="0">
                <a:solidFill>
                  <a:srgbClr val="00FFFF"/>
                </a:solidFill>
              </a:rPr>
              <a:t>Mama</a:t>
            </a:r>
            <a:endParaRPr lang="en-US" sz="2400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1205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10" y="378044"/>
            <a:ext cx="8452990" cy="564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619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6" b="1875"/>
          <a:stretch/>
        </p:blipFill>
        <p:spPr>
          <a:xfrm>
            <a:off x="1" y="-76200"/>
            <a:ext cx="4661964" cy="58551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5"/>
          <a:stretch/>
        </p:blipFill>
        <p:spPr>
          <a:xfrm>
            <a:off x="4572000" y="-31956"/>
            <a:ext cx="4547616" cy="580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883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744" y="304800"/>
            <a:ext cx="3414456" cy="436291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CD30B37-E463-7FD6-F2BE-276DBB97E8E0}"/>
              </a:ext>
            </a:extLst>
          </p:cNvPr>
          <p:cNvGrpSpPr>
            <a:grpSpLocks noChangeAspect="1"/>
          </p:cNvGrpSpPr>
          <p:nvPr/>
        </p:nvGrpSpPr>
        <p:grpSpPr>
          <a:xfrm>
            <a:off x="5289757" y="304800"/>
            <a:ext cx="3228911" cy="4362915"/>
            <a:chOff x="4755372" y="1093"/>
            <a:chExt cx="4297680" cy="5807041"/>
          </a:xfrm>
        </p:grpSpPr>
        <p:sp>
          <p:nvSpPr>
            <p:cNvPr id="4" name="Rectangle 3"/>
            <p:cNvSpPr/>
            <p:nvPr/>
          </p:nvSpPr>
          <p:spPr>
            <a:xfrm>
              <a:off x="4755372" y="1093"/>
              <a:ext cx="4297680" cy="58070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9013" y="276014"/>
              <a:ext cx="3657600" cy="5120640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73715A8-E697-AD1C-3EAB-A1B073094122}"/>
              </a:ext>
            </a:extLst>
          </p:cNvPr>
          <p:cNvSpPr/>
          <p:nvPr/>
        </p:nvSpPr>
        <p:spPr>
          <a:xfrm>
            <a:off x="685800" y="5257800"/>
            <a:ext cx="7232904" cy="14657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CB229E-9ADD-9E22-FB02-43AB2C0ECE96}"/>
              </a:ext>
            </a:extLst>
          </p:cNvPr>
          <p:cNvSpPr/>
          <p:nvPr/>
        </p:nvSpPr>
        <p:spPr>
          <a:xfrm>
            <a:off x="384048" y="5035026"/>
            <a:ext cx="5568696" cy="146574"/>
          </a:xfrm>
          <a:prstGeom prst="rect">
            <a:avLst/>
          </a:prstGeom>
          <a:solidFill>
            <a:srgbClr val="FF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560F33-104C-D5C1-3B95-969A3B8913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533"/>
          <a:stretch>
            <a:fillRect/>
          </a:stretch>
        </p:blipFill>
        <p:spPr>
          <a:xfrm>
            <a:off x="228600" y="3962399"/>
            <a:ext cx="762106" cy="916107"/>
          </a:xfrm>
          <a:prstGeom prst="rect">
            <a:avLst/>
          </a:prstGeom>
          <a:ln w="38100">
            <a:solidFill>
              <a:srgbClr val="FF00CC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C3313B-C4D6-4C28-490F-FF7383DCD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5562600"/>
            <a:ext cx="582586" cy="685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1EF67D-E3A9-6DDA-0818-9EFCB61B4009}"/>
              </a:ext>
            </a:extLst>
          </p:cNvPr>
          <p:cNvCxnSpPr/>
          <p:nvPr/>
        </p:nvCxnSpPr>
        <p:spPr>
          <a:xfrm flipH="1">
            <a:off x="5943600" y="4955058"/>
            <a:ext cx="0" cy="640080"/>
          </a:xfrm>
          <a:prstGeom prst="line">
            <a:avLst/>
          </a:prstGeom>
          <a:ln w="28575">
            <a:solidFill>
              <a:srgbClr val="FF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AE3995-F7DB-3075-84C7-F431762DEFD3}"/>
              </a:ext>
            </a:extLst>
          </p:cNvPr>
          <p:cNvCxnSpPr/>
          <p:nvPr/>
        </p:nvCxnSpPr>
        <p:spPr>
          <a:xfrm flipH="1">
            <a:off x="7924800" y="5105400"/>
            <a:ext cx="0" cy="6400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153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E0B045-6929-6FE1-FC53-846723CC7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0078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26BC7-3933-AB48-C4BF-C7C24F174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BE7492-1E7A-4B81-EB08-064660060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787" y="533400"/>
            <a:ext cx="5686425" cy="57912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41D08DE-3DC2-3D19-B84B-E3F6EAF8169A}"/>
              </a:ext>
            </a:extLst>
          </p:cNvPr>
          <p:cNvSpPr/>
          <p:nvPr/>
        </p:nvSpPr>
        <p:spPr>
          <a:xfrm>
            <a:off x="5394960" y="2118360"/>
            <a:ext cx="91440" cy="914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D8A1BC1-DCC7-732C-FE9A-0D4191F0C79A}"/>
              </a:ext>
            </a:extLst>
          </p:cNvPr>
          <p:cNvSpPr/>
          <p:nvPr/>
        </p:nvSpPr>
        <p:spPr>
          <a:xfrm>
            <a:off x="3337560" y="2133600"/>
            <a:ext cx="91440" cy="914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47C9E75-88AB-B439-957F-A895213F460C}"/>
              </a:ext>
            </a:extLst>
          </p:cNvPr>
          <p:cNvGrpSpPr/>
          <p:nvPr/>
        </p:nvGrpSpPr>
        <p:grpSpPr>
          <a:xfrm>
            <a:off x="3424238" y="1809085"/>
            <a:ext cx="1955263" cy="338692"/>
            <a:chOff x="3424238" y="1809085"/>
            <a:chExt cx="1955263" cy="338692"/>
          </a:xfrm>
        </p:grpSpPr>
        <p:sp>
          <p:nvSpPr>
            <p:cNvPr id="9" name="Arrow: Left 8">
              <a:extLst>
                <a:ext uri="{FF2B5EF4-FFF2-40B4-BE49-F238E27FC236}">
                  <a16:creationId xmlns:a16="http://schemas.microsoft.com/office/drawing/2014/main" id="{BC528E33-78C0-FDFB-D41B-59CF709B7837}"/>
                </a:ext>
              </a:extLst>
            </p:cNvPr>
            <p:cNvSpPr/>
            <p:nvPr/>
          </p:nvSpPr>
          <p:spPr>
            <a:xfrm rot="1560000" flipH="1">
              <a:off x="5303301" y="2083769"/>
              <a:ext cx="76200" cy="64008"/>
            </a:xfrm>
            <a:prstGeom prst="leftArrow">
              <a:avLst/>
            </a:prstGeom>
            <a:solidFill>
              <a:srgbClr val="FF00FF"/>
            </a:solidFill>
            <a:ln>
              <a:solidFill>
                <a:srgbClr val="FF0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B99B799-04ED-45FA-FB7A-7EA9E8F3B1B0}"/>
                </a:ext>
              </a:extLst>
            </p:cNvPr>
            <p:cNvSpPr/>
            <p:nvPr/>
          </p:nvSpPr>
          <p:spPr>
            <a:xfrm>
              <a:off x="3424238" y="1809085"/>
              <a:ext cx="1909762" cy="305465"/>
            </a:xfrm>
            <a:custGeom>
              <a:avLst/>
              <a:gdLst>
                <a:gd name="csX0" fmla="*/ 0 w 1895475"/>
                <a:gd name="csY0" fmla="*/ 295905 h 295905"/>
                <a:gd name="csX1" fmla="*/ 400050 w 1895475"/>
                <a:gd name="csY1" fmla="*/ 67305 h 295905"/>
                <a:gd name="csX2" fmla="*/ 942975 w 1895475"/>
                <a:gd name="csY2" fmla="*/ 630 h 295905"/>
                <a:gd name="csX3" fmla="*/ 1381125 w 1895475"/>
                <a:gd name="csY3" fmla="*/ 95880 h 295905"/>
                <a:gd name="csX4" fmla="*/ 1581150 w 1895475"/>
                <a:gd name="csY4" fmla="*/ 153030 h 295905"/>
                <a:gd name="csX5" fmla="*/ 1895475 w 1895475"/>
                <a:gd name="csY5" fmla="*/ 286380 h 295905"/>
                <a:gd name="csX0" fmla="*/ 0 w 1909762"/>
                <a:gd name="csY0" fmla="*/ 305465 h 305465"/>
                <a:gd name="csX1" fmla="*/ 414337 w 1909762"/>
                <a:gd name="csY1" fmla="*/ 67340 h 305465"/>
                <a:gd name="csX2" fmla="*/ 957262 w 1909762"/>
                <a:gd name="csY2" fmla="*/ 665 h 305465"/>
                <a:gd name="csX3" fmla="*/ 1395412 w 1909762"/>
                <a:gd name="csY3" fmla="*/ 95915 h 305465"/>
                <a:gd name="csX4" fmla="*/ 1595437 w 1909762"/>
                <a:gd name="csY4" fmla="*/ 153065 h 305465"/>
                <a:gd name="csX5" fmla="*/ 1909762 w 1909762"/>
                <a:gd name="csY5" fmla="*/ 286415 h 305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909762" h="305465">
                  <a:moveTo>
                    <a:pt x="0" y="305465"/>
                  </a:moveTo>
                  <a:cubicBezTo>
                    <a:pt x="121444" y="215771"/>
                    <a:pt x="254793" y="118140"/>
                    <a:pt x="414337" y="67340"/>
                  </a:cubicBezTo>
                  <a:cubicBezTo>
                    <a:pt x="573881" y="16540"/>
                    <a:pt x="793750" y="-4097"/>
                    <a:pt x="957262" y="665"/>
                  </a:cubicBezTo>
                  <a:cubicBezTo>
                    <a:pt x="1120774" y="5427"/>
                    <a:pt x="1289050" y="70515"/>
                    <a:pt x="1395412" y="95915"/>
                  </a:cubicBezTo>
                  <a:cubicBezTo>
                    <a:pt x="1501774" y="121315"/>
                    <a:pt x="1509712" y="121315"/>
                    <a:pt x="1595437" y="153065"/>
                  </a:cubicBezTo>
                  <a:cubicBezTo>
                    <a:pt x="1681162" y="184815"/>
                    <a:pt x="1795462" y="235615"/>
                    <a:pt x="1909762" y="28641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C587DB9-9A90-57F1-2579-3F93FBF09755}"/>
                </a:ext>
              </a:extLst>
            </p:cNvPr>
            <p:cNvSpPr/>
            <p:nvPr/>
          </p:nvSpPr>
          <p:spPr>
            <a:xfrm>
              <a:off x="3438525" y="1837695"/>
              <a:ext cx="1895475" cy="295905"/>
            </a:xfrm>
            <a:custGeom>
              <a:avLst/>
              <a:gdLst>
                <a:gd name="csX0" fmla="*/ 0 w 1895475"/>
                <a:gd name="csY0" fmla="*/ 295905 h 295905"/>
                <a:gd name="csX1" fmla="*/ 400050 w 1895475"/>
                <a:gd name="csY1" fmla="*/ 67305 h 295905"/>
                <a:gd name="csX2" fmla="*/ 942975 w 1895475"/>
                <a:gd name="csY2" fmla="*/ 630 h 295905"/>
                <a:gd name="csX3" fmla="*/ 1381125 w 1895475"/>
                <a:gd name="csY3" fmla="*/ 95880 h 295905"/>
                <a:gd name="csX4" fmla="*/ 1581150 w 1895475"/>
                <a:gd name="csY4" fmla="*/ 153030 h 295905"/>
                <a:gd name="csX5" fmla="*/ 1895475 w 1895475"/>
                <a:gd name="csY5" fmla="*/ 286380 h 295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95475" h="295905">
                  <a:moveTo>
                    <a:pt x="0" y="295905"/>
                  </a:moveTo>
                  <a:cubicBezTo>
                    <a:pt x="121444" y="206211"/>
                    <a:pt x="242888" y="116517"/>
                    <a:pt x="400050" y="67305"/>
                  </a:cubicBezTo>
                  <a:cubicBezTo>
                    <a:pt x="557212" y="18093"/>
                    <a:pt x="779463" y="-4132"/>
                    <a:pt x="942975" y="630"/>
                  </a:cubicBezTo>
                  <a:cubicBezTo>
                    <a:pt x="1106487" y="5392"/>
                    <a:pt x="1274763" y="70480"/>
                    <a:pt x="1381125" y="95880"/>
                  </a:cubicBezTo>
                  <a:cubicBezTo>
                    <a:pt x="1487487" y="121280"/>
                    <a:pt x="1495425" y="121280"/>
                    <a:pt x="1581150" y="153030"/>
                  </a:cubicBezTo>
                  <a:cubicBezTo>
                    <a:pt x="1666875" y="184780"/>
                    <a:pt x="1781175" y="235580"/>
                    <a:pt x="1895475" y="286380"/>
                  </a:cubicBezTo>
                </a:path>
              </a:pathLst>
            </a:custGeom>
            <a:noFill/>
            <a:ln w="28575">
              <a:solidFill>
                <a:srgbClr val="FF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AA93A62A-CFE5-5389-E875-5F4B02D3A640}"/>
              </a:ext>
            </a:extLst>
          </p:cNvPr>
          <p:cNvSpPr/>
          <p:nvPr/>
        </p:nvSpPr>
        <p:spPr>
          <a:xfrm>
            <a:off x="3032760" y="1905000"/>
            <a:ext cx="91440" cy="9144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4063A34-24B6-79E6-6875-6B7E4756E49B}"/>
              </a:ext>
            </a:extLst>
          </p:cNvPr>
          <p:cNvSpPr/>
          <p:nvPr/>
        </p:nvSpPr>
        <p:spPr>
          <a:xfrm>
            <a:off x="2514600" y="1889760"/>
            <a:ext cx="91440" cy="9144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7F111E9-E079-2A3D-A210-7F4BD82F8AAE}"/>
              </a:ext>
            </a:extLst>
          </p:cNvPr>
          <p:cNvSpPr/>
          <p:nvPr/>
        </p:nvSpPr>
        <p:spPr>
          <a:xfrm>
            <a:off x="2438400" y="2133600"/>
            <a:ext cx="91440" cy="9144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C7E71E0-8E38-4142-C4AC-A1B6E442F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613" y="2362200"/>
            <a:ext cx="566513" cy="731520"/>
          </a:xfrm>
          <a:prstGeom prst="rect">
            <a:avLst/>
          </a:prstGeom>
          <a:ln w="38100">
            <a:solidFill>
              <a:srgbClr val="0066CC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66C9395-18D4-E283-1B57-4AB0A9E1E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9606" y="2362200"/>
            <a:ext cx="600680" cy="731520"/>
          </a:xfrm>
          <a:prstGeom prst="rect">
            <a:avLst/>
          </a:prstGeom>
          <a:ln w="38100">
            <a:solidFill>
              <a:srgbClr val="0033CC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82E5777-B658-BD68-BABE-D8B5C4B62E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37" t="8192" r="9881" b="6391"/>
          <a:stretch>
            <a:fillRect/>
          </a:stretch>
        </p:blipFill>
        <p:spPr>
          <a:xfrm>
            <a:off x="5613425" y="1600200"/>
            <a:ext cx="711175" cy="73152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727568-376D-035A-1825-684CFA0FC2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640" y="2225040"/>
            <a:ext cx="952633" cy="8668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9BE200E-2009-F356-5160-08F7979F2C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6400" y="977085"/>
            <a:ext cx="780143" cy="85171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5936A00-8A7E-4DF5-AE74-99D9D9FE29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1199" y="910889"/>
            <a:ext cx="737901" cy="91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27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4" grpId="0" animBg="1"/>
      <p:bldP spid="15" grpId="0" animBg="1"/>
      <p:bldP spid="1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F7A61C-553F-5417-BDB4-5D270D1D3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29" y="831622"/>
            <a:ext cx="7792143" cy="519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653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E6346-5243-B633-6285-5E4C9FD5B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225BA0E0-0A89-A8C9-2312-98F593EFA2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r="14329"/>
          <a:stretch>
            <a:fillRect/>
          </a:stretch>
        </p:blipFill>
        <p:spPr>
          <a:xfrm>
            <a:off x="1081620" y="533400"/>
            <a:ext cx="7147980" cy="433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ABB72D-0FBE-64B4-50DA-75598735EF33}"/>
              </a:ext>
            </a:extLst>
          </p:cNvPr>
          <p:cNvSpPr txBox="1"/>
          <p:nvPr/>
        </p:nvSpPr>
        <p:spPr>
          <a:xfrm>
            <a:off x="609600" y="1865871"/>
            <a:ext cx="111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Bubby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51FEDCB-BFD9-132B-4686-7CE9E5E2C9FA}"/>
              </a:ext>
            </a:extLst>
          </p:cNvPr>
          <p:cNvSpPr/>
          <p:nvPr/>
        </p:nvSpPr>
        <p:spPr>
          <a:xfrm>
            <a:off x="1554480" y="1981200"/>
            <a:ext cx="1645920" cy="304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28B0E0-819F-5458-353E-CD07C0842AE8}"/>
              </a:ext>
            </a:extLst>
          </p:cNvPr>
          <p:cNvSpPr txBox="1"/>
          <p:nvPr/>
        </p:nvSpPr>
        <p:spPr>
          <a:xfrm>
            <a:off x="609600" y="2281535"/>
            <a:ext cx="111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CC"/>
                </a:solidFill>
              </a:rPr>
              <a:t>Baga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95DC4A02-1E3D-EC75-D4FD-EB33CB1AD243}"/>
              </a:ext>
            </a:extLst>
          </p:cNvPr>
          <p:cNvSpPr/>
          <p:nvPr/>
        </p:nvSpPr>
        <p:spPr>
          <a:xfrm>
            <a:off x="1371600" y="2396864"/>
            <a:ext cx="1828800" cy="304800"/>
          </a:xfrm>
          <a:prstGeom prst="rightArrow">
            <a:avLst/>
          </a:prstGeom>
          <a:solidFill>
            <a:srgbClr val="FF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A7CC11-E364-4461-EF90-37FF73ACC6BE}"/>
              </a:ext>
            </a:extLst>
          </p:cNvPr>
          <p:cNvSpPr/>
          <p:nvPr/>
        </p:nvSpPr>
        <p:spPr>
          <a:xfrm>
            <a:off x="685800" y="5257800"/>
            <a:ext cx="7232904" cy="14657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2234E3-AD0C-B439-9E72-F9463FDF453E}"/>
              </a:ext>
            </a:extLst>
          </p:cNvPr>
          <p:cNvSpPr/>
          <p:nvPr/>
        </p:nvSpPr>
        <p:spPr>
          <a:xfrm>
            <a:off x="8412480" y="6406626"/>
            <a:ext cx="274320" cy="1465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C0B08F0-23B9-5384-E199-0EF14A43D8B1}"/>
              </a:ext>
            </a:extLst>
          </p:cNvPr>
          <p:cNvCxnSpPr/>
          <p:nvPr/>
        </p:nvCxnSpPr>
        <p:spPr>
          <a:xfrm flipH="1">
            <a:off x="8610600" y="5105400"/>
            <a:ext cx="31596" cy="1752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8D0CA77-DF96-42F4-4A93-73F6C7408F0D}"/>
              </a:ext>
            </a:extLst>
          </p:cNvPr>
          <p:cNvSpPr/>
          <p:nvPr/>
        </p:nvSpPr>
        <p:spPr>
          <a:xfrm>
            <a:off x="8631936" y="6559026"/>
            <a:ext cx="54864" cy="146574"/>
          </a:xfrm>
          <a:prstGeom prst="rect">
            <a:avLst/>
          </a:prstGeom>
          <a:solidFill>
            <a:srgbClr val="E46C0A"/>
          </a:solidFill>
          <a:ln>
            <a:solidFill>
              <a:srgbClr val="E46C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CA41CB-2D0C-72AA-6B0C-4DCA5806F310}"/>
              </a:ext>
            </a:extLst>
          </p:cNvPr>
          <p:cNvSpPr/>
          <p:nvPr/>
        </p:nvSpPr>
        <p:spPr>
          <a:xfrm>
            <a:off x="5840628" y="5906529"/>
            <a:ext cx="2852928" cy="146574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258DBF-A35A-F4E5-4D4F-22F7E9CAEC48}"/>
              </a:ext>
            </a:extLst>
          </p:cNvPr>
          <p:cNvSpPr/>
          <p:nvPr/>
        </p:nvSpPr>
        <p:spPr>
          <a:xfrm>
            <a:off x="5806440" y="6092232"/>
            <a:ext cx="2880360" cy="146574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09BA6B-F4CB-8043-0DE4-12DC77C9EA7C}"/>
              </a:ext>
            </a:extLst>
          </p:cNvPr>
          <p:cNvSpPr/>
          <p:nvPr/>
        </p:nvSpPr>
        <p:spPr>
          <a:xfrm>
            <a:off x="384048" y="5035026"/>
            <a:ext cx="5568696" cy="146574"/>
          </a:xfrm>
          <a:prstGeom prst="rect">
            <a:avLst/>
          </a:prstGeom>
          <a:solidFill>
            <a:srgbClr val="FF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253DAD-4928-A9BF-911C-DBEB4FC29A54}"/>
              </a:ext>
            </a:extLst>
          </p:cNvPr>
          <p:cNvSpPr/>
          <p:nvPr/>
        </p:nvSpPr>
        <p:spPr>
          <a:xfrm>
            <a:off x="2792302" y="5486400"/>
            <a:ext cx="5907024" cy="146574"/>
          </a:xfrm>
          <a:prstGeom prst="rect">
            <a:avLst/>
          </a:prstGeom>
          <a:solidFill>
            <a:srgbClr val="0033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39295D-ECF0-683C-D7A1-D0B8E34FBB78}"/>
              </a:ext>
            </a:extLst>
          </p:cNvPr>
          <p:cNvSpPr/>
          <p:nvPr/>
        </p:nvSpPr>
        <p:spPr>
          <a:xfrm>
            <a:off x="3416474" y="5683248"/>
            <a:ext cx="5303520" cy="146574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131DD8B-EAEE-7AAC-FD32-D6EB5727E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5904471"/>
            <a:ext cx="531106" cy="685800"/>
          </a:xfrm>
          <a:prstGeom prst="rect">
            <a:avLst/>
          </a:prstGeom>
          <a:ln w="38100">
            <a:solidFill>
              <a:srgbClr val="0066CC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A30BAE6-8F4E-FD37-8F49-CAE0C2CF3C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5312" y="5712624"/>
            <a:ext cx="565088" cy="688176"/>
          </a:xfrm>
          <a:prstGeom prst="rect">
            <a:avLst/>
          </a:prstGeom>
          <a:ln w="38100">
            <a:solidFill>
              <a:srgbClr val="0033CC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754C5D3-B0AE-76EB-A659-0C692FC6CD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533"/>
          <a:stretch>
            <a:fillRect/>
          </a:stretch>
        </p:blipFill>
        <p:spPr>
          <a:xfrm>
            <a:off x="228600" y="3962399"/>
            <a:ext cx="762106" cy="916107"/>
          </a:xfrm>
          <a:prstGeom prst="rect">
            <a:avLst/>
          </a:prstGeom>
          <a:ln w="38100">
            <a:solidFill>
              <a:srgbClr val="FF00CC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E52973-F293-146F-CB18-D150E267D8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" y="5562600"/>
            <a:ext cx="582586" cy="685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058D852-1CD6-DD20-848B-9B4E40A211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7663" y="6108357"/>
            <a:ext cx="472975" cy="628612"/>
          </a:xfrm>
          <a:prstGeom prst="rect">
            <a:avLst/>
          </a:prstGeom>
          <a:ln w="38100">
            <a:solidFill>
              <a:srgbClr val="00FF00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FF6799D-33F6-45CC-A478-F02B1AFA90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8200" y="5943600"/>
            <a:ext cx="482838" cy="685800"/>
          </a:xfrm>
          <a:prstGeom prst="rect">
            <a:avLst/>
          </a:prstGeom>
          <a:ln w="38100">
            <a:solidFill>
              <a:srgbClr val="00FFFF"/>
            </a:solidFill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9FA27AB-7759-C175-B9B9-F9D61194AE85}"/>
              </a:ext>
            </a:extLst>
          </p:cNvPr>
          <p:cNvSpPr/>
          <p:nvPr/>
        </p:nvSpPr>
        <p:spPr>
          <a:xfrm>
            <a:off x="7918704" y="5218182"/>
            <a:ext cx="434135" cy="11064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E686AA7-EB2B-6B7D-96A9-9616322F8C3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837" t="8192" r="9881" b="6391"/>
          <a:stretch>
            <a:fillRect/>
          </a:stretch>
        </p:blipFill>
        <p:spPr>
          <a:xfrm>
            <a:off x="7924800" y="6350052"/>
            <a:ext cx="419740" cy="431748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5378FD-04E3-4CF3-E4A3-C9115908061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22984" y="6459897"/>
            <a:ext cx="367890" cy="321903"/>
          </a:xfrm>
          <a:prstGeom prst="rect">
            <a:avLst/>
          </a:prstGeom>
          <a:ln w="57150">
            <a:solidFill>
              <a:srgbClr val="E46C0A"/>
            </a:solidFill>
          </a:ln>
        </p:spPr>
      </p:pic>
    </p:spTree>
    <p:extLst>
      <p:ext uri="{BB962C8B-B14F-4D97-AF65-F5344CB8AC3E}">
        <p14:creationId xmlns:p14="http://schemas.microsoft.com/office/powerpoint/2010/main" val="92361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194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5200</TotalTime>
  <Words>489</Words>
  <Application>Microsoft Office PowerPoint</Application>
  <PresentationFormat>On-screen Show (4:3)</PresentationFormat>
  <Paragraphs>110</Paragraphs>
  <Slides>46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</dc:creator>
  <cp:lastModifiedBy>Jeffrey Elhai</cp:lastModifiedBy>
  <cp:revision>88</cp:revision>
  <dcterms:created xsi:type="dcterms:W3CDTF">2017-01-05T22:21:07Z</dcterms:created>
  <dcterms:modified xsi:type="dcterms:W3CDTF">2026-05-01T09:56:24Z</dcterms:modified>
</cp:coreProperties>
</file>